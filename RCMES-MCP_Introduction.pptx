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51" r:id="rId1"/>
    <p:sldMasterId id="2147483673" r:id="rId2"/>
    <p:sldMasterId id="2147483695" r:id="rId3"/>
  </p:sldMasterIdLst>
  <p:notesMasterIdLst>
    <p:notesMasterId r:id="rId11"/>
  </p:notesMasterIdLst>
  <p:handoutMasterIdLst>
    <p:handoutMasterId r:id="rId12"/>
  </p:handoutMasterIdLst>
  <p:sldIdLst>
    <p:sldId id="256" r:id="rId10"/>
    <p:sldId id="257" r:id="rId9"/>
    <p:sldId id="258" r:id="rId8"/>
    <p:sldId id="259" r:id="rId7"/>
    <p:sldId id="260" r:id="rId6"/>
    <p:sldId id="261" r:id="rId5"/>
    <p:sldId id="262" r:id="rId4"/>
    <p:sldId id="263" r:id="rId18"/>
    <p:sldId id="265" r:id="rId20"/>
    <p:sldId id="264" r:id="rId19"/>
  </p:sldIdLst>
  <p:sldSz cx="9144000" cy="5143500" type="screen16x9"/>
  <p:notesSz cx="6858000" cy="9144000"/>
  <p:custDataLst>
    <p:tags r:id="rId13"/>
  </p:custData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8987"/>
    <p:restoredTop sz="96619" autoAdjust="0"/>
  </p:normalViewPr>
  <p:slideViewPr>
    <p:cSldViewPr snapToGrid="0" snapToObjects="1">
      <p:cViewPr varScale="1">
        <p:scale>
          <a:sx n="119" d="100"/>
          <a:sy n="119" d="100"/>
        </p:scale>
        <p:origin x="192" y="1744"/>
      </p:cViewPr>
      <p:guideLst>
        <p:guide orient="horz" pos="162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Master" Target="slideMasters/slideMaster3.xml"/><Relationship Id="rId4" Type="http://schemas.openxmlformats.org/officeDocument/2006/relationships/slide" Target="slides/slide7.xml"/><Relationship Id="rId5" Type="http://schemas.openxmlformats.org/officeDocument/2006/relationships/slide" Target="slides/slide6.xml"/><Relationship Id="rId6" Type="http://schemas.openxmlformats.org/officeDocument/2006/relationships/slide" Target="slides/slide5.xml"/><Relationship Id="rId7" Type="http://schemas.openxmlformats.org/officeDocument/2006/relationships/slide" Target="slides/slide4.xml"/><Relationship Id="rId8" Type="http://schemas.openxmlformats.org/officeDocument/2006/relationships/slide" Target="slides/slide3.xml"/><Relationship Id="rId9" Type="http://schemas.openxmlformats.org/officeDocument/2006/relationships/slide" Target="slides/slide2.xml"/><Relationship Id="rId10" Type="http://schemas.openxmlformats.org/officeDocument/2006/relationships/slide" Target="slides/slide1.xml"/><Relationship Id="rId11" Type="http://schemas.openxmlformats.org/officeDocument/2006/relationships/notesMaster" Target="notesMasters/notesMaster1.xml"/><Relationship Id="rId12" Type="http://schemas.openxmlformats.org/officeDocument/2006/relationships/handoutMaster" Target="handoutMasters/handoutMaster1.xml"/><Relationship Id="rId13" Type="http://schemas.openxmlformats.org/officeDocument/2006/relationships/tags" Target="tags/tag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0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5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>
              <a:latin typeface="Arial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0767AB6-DDEA-CF4E-A74B-19A554508643}" type="datetimeFigureOut">
              <a:rPr lang="en-US" smtClean="0">
                <a:latin typeface="Arial"/>
              </a:rPr>
              <a:t>9/1/25</a:t>
            </a:fld>
            <a:endParaRPr lang="en-US" dirty="0">
              <a:latin typeface="Arial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>
              <a:latin typeface="Arial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6300F83-E232-AF4B-BEC0-F9D716239A3F}" type="slidenum">
              <a:rPr lang="en-US" smtClean="0">
                <a:latin typeface="Arial"/>
              </a:rPr>
              <a:t>‹#›</a:t>
            </a:fld>
            <a:endParaRPr lang="en-US" dirty="0"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20523010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Arial"/>
              </a:defRPr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Arial"/>
              </a:defRPr>
            </a:lvl1pPr>
          </a:lstStyle>
          <a:p>
            <a:fld id="{72DD8AEC-B96B-2C4C-86B3-8483D80B216B}" type="datetimeFigureOut">
              <a:rPr lang="en-US" smtClean="0"/>
              <a:pPr/>
              <a:t>9/1/25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Arial"/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Arial"/>
              </a:defRPr>
            </a:lvl1pPr>
          </a:lstStyle>
          <a:p>
            <a:fld id="{4180AB40-CF9C-CB44-AF47-E5E5B00AC330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82571776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457200" rtl="0" eaLnBrk="1" latinLnBrk="0" hangingPunct="1">
      <a:defRPr sz="1200" kern="1200">
        <a:solidFill>
          <a:schemeClr val="tx1"/>
        </a:solidFill>
        <a:latin typeface="Arial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Arial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Arial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Arial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Arial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_No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ext Placeholder 21"/>
          <p:cNvSpPr>
            <a:spLocks noGrp="1"/>
          </p:cNvSpPr>
          <p:nvPr>
            <p:ph type="body" sz="quarter" idx="15" hasCustomPrompt="1"/>
          </p:nvPr>
        </p:nvSpPr>
        <p:spPr>
          <a:xfrm>
            <a:off x="925513" y="1956377"/>
            <a:ext cx="7483464" cy="294801"/>
          </a:xfrm>
        </p:spPr>
        <p:txBody>
          <a:bodyPr>
            <a:noAutofit/>
          </a:bodyPr>
          <a:lstStyle>
            <a:lvl1pPr marL="0" indent="0">
              <a:buNone/>
              <a:defRPr sz="1400" baseline="0">
                <a:solidFill>
                  <a:schemeClr val="accent1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Click to Add a Theme, Project or Mission Name (optional)</a:t>
            </a:r>
          </a:p>
        </p:txBody>
      </p:sp>
      <p:sp>
        <p:nvSpPr>
          <p:cNvPr id="24" name="Text Placeholder 21"/>
          <p:cNvSpPr>
            <a:spLocks noGrp="1"/>
          </p:cNvSpPr>
          <p:nvPr>
            <p:ph type="body" sz="quarter" idx="16" hasCustomPrompt="1"/>
          </p:nvPr>
        </p:nvSpPr>
        <p:spPr>
          <a:xfrm>
            <a:off x="915352" y="2251179"/>
            <a:ext cx="7493625" cy="419202"/>
          </a:xfrm>
        </p:spPr>
        <p:txBody>
          <a:bodyPr>
            <a:noAutofit/>
          </a:bodyPr>
          <a:lstStyle>
            <a:lvl1pPr marL="0" indent="0">
              <a:buNone/>
              <a:defRPr sz="2400" b="1" baseline="0">
                <a:solidFill>
                  <a:schemeClr val="tx1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Click to Edit Presentation Title</a:t>
            </a:r>
          </a:p>
        </p:txBody>
      </p:sp>
      <p:sp>
        <p:nvSpPr>
          <p:cNvPr id="25" name="Text Placeholder 21"/>
          <p:cNvSpPr>
            <a:spLocks noGrp="1"/>
          </p:cNvSpPr>
          <p:nvPr>
            <p:ph type="body" sz="quarter" idx="17" hasCustomPrompt="1"/>
          </p:nvPr>
        </p:nvSpPr>
        <p:spPr>
          <a:xfrm>
            <a:off x="925512" y="2668678"/>
            <a:ext cx="7483465" cy="826362"/>
          </a:xfrm>
        </p:spPr>
        <p:txBody>
          <a:bodyPr>
            <a:noAutofit/>
          </a:bodyPr>
          <a:lstStyle>
            <a:lvl1pPr marL="0" indent="0">
              <a:buNone/>
              <a:defRPr sz="2000" b="0" baseline="0">
                <a:solidFill>
                  <a:schemeClr val="tx1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Click to Add a Presentation Subtitle</a:t>
            </a:r>
          </a:p>
        </p:txBody>
      </p:sp>
      <p:sp>
        <p:nvSpPr>
          <p:cNvPr id="26" name="Text Placeholder 21"/>
          <p:cNvSpPr>
            <a:spLocks noGrp="1"/>
          </p:cNvSpPr>
          <p:nvPr>
            <p:ph type="body" sz="quarter" idx="18" hasCustomPrompt="1"/>
          </p:nvPr>
        </p:nvSpPr>
        <p:spPr>
          <a:xfrm>
            <a:off x="915352" y="4246880"/>
            <a:ext cx="7493625" cy="497840"/>
          </a:xfrm>
        </p:spPr>
        <p:txBody>
          <a:bodyPr anchor="b">
            <a:noAutofit/>
          </a:bodyPr>
          <a:lstStyle>
            <a:lvl1pPr marL="0" indent="0">
              <a:buNone/>
              <a:defRPr sz="1000" b="0" baseline="0">
                <a:solidFill>
                  <a:schemeClr val="tx1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Presented by, Job Title, Date, etc.</a:t>
            </a:r>
          </a:p>
        </p:txBody>
      </p:sp>
      <p:pic>
        <p:nvPicPr>
          <p:cNvPr id="8" name="Picture 7" descr="Tribrand_ColorBlack_rgb_16x3_160601.png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7295" y="1184383"/>
            <a:ext cx="2925483" cy="812634"/>
          </a:xfrm>
          <a:prstGeom prst="rect">
            <a:avLst/>
          </a:prstGeom>
        </p:spPr>
      </p:pic>
      <p:sp>
        <p:nvSpPr>
          <p:cNvPr id="3" name="Footer Placeholder 2"/>
          <p:cNvSpPr>
            <a:spLocks noGrp="1"/>
          </p:cNvSpPr>
          <p:nvPr>
            <p:ph type="ftr" sz="quarter" idx="20"/>
          </p:nvPr>
        </p:nvSpPr>
        <p:spPr>
          <a:xfrm>
            <a:off x="915353" y="4802823"/>
            <a:ext cx="7493624" cy="274637"/>
          </a:xfrm>
        </p:spPr>
        <p:txBody>
          <a:bodyPr/>
          <a:lstStyle/>
          <a:p>
            <a:pPr algn="l"/>
            <a:r>
              <a:rPr lang="en-US"/>
              <a:t>For required markings, please visit https://mh.jpl.nasa.gov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655513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_Sq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13"/>
          <p:cNvSpPr>
            <a:spLocks noGrp="1"/>
          </p:cNvSpPr>
          <p:nvPr>
            <p:ph type="body" sz="quarter" idx="10" hasCustomPrompt="1"/>
          </p:nvPr>
        </p:nvSpPr>
        <p:spPr>
          <a:xfrm>
            <a:off x="5687785" y="508000"/>
            <a:ext cx="3347357" cy="826391"/>
          </a:xfrm>
        </p:spPr>
        <p:txBody>
          <a:bodyPr anchor="b">
            <a:noAutofit/>
          </a:bodyPr>
          <a:lstStyle>
            <a:lvl1pPr marL="0" indent="0" algn="ctr">
              <a:buNone/>
              <a:defRPr sz="1400">
                <a:solidFill>
                  <a:schemeClr val="accent1"/>
                </a:solidFill>
                <a:latin typeface="+mj-lt"/>
              </a:defRPr>
            </a:lvl1pPr>
            <a:lvl2pPr marL="457200" indent="0" algn="ctr">
              <a:buNone/>
              <a:defRPr sz="1400">
                <a:solidFill>
                  <a:schemeClr val="accent1"/>
                </a:solidFill>
              </a:defRPr>
            </a:lvl2pPr>
            <a:lvl3pPr marL="914400" indent="0" algn="ctr">
              <a:buNone/>
              <a:defRPr sz="1400">
                <a:solidFill>
                  <a:schemeClr val="accent1"/>
                </a:solidFill>
              </a:defRPr>
            </a:lvl3pPr>
            <a:lvl4pPr marL="1371600" indent="0" algn="ctr">
              <a:buNone/>
              <a:defRPr sz="1400">
                <a:solidFill>
                  <a:schemeClr val="accent1"/>
                </a:solidFill>
              </a:defRPr>
            </a:lvl4pPr>
            <a:lvl5pPr marL="1828800" indent="0" algn="ctr">
              <a:buNone/>
              <a:defRPr sz="140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Click to Add a Theme, Project or Mission Name (optional)</a:t>
            </a:r>
          </a:p>
        </p:txBody>
      </p:sp>
      <p:sp>
        <p:nvSpPr>
          <p:cNvPr id="15" name="Text Placeholder 13"/>
          <p:cNvSpPr>
            <a:spLocks noGrp="1"/>
          </p:cNvSpPr>
          <p:nvPr>
            <p:ph type="body" sz="quarter" idx="11" hasCustomPrompt="1"/>
          </p:nvPr>
        </p:nvSpPr>
        <p:spPr>
          <a:xfrm>
            <a:off x="5687785" y="1354711"/>
            <a:ext cx="3347357" cy="728089"/>
          </a:xfrm>
        </p:spPr>
        <p:txBody>
          <a:bodyPr anchor="t">
            <a:noAutofit/>
          </a:bodyPr>
          <a:lstStyle>
            <a:lvl1pPr marL="0" indent="0" algn="ctr">
              <a:buNone/>
              <a:defRPr sz="2200" b="1" baseline="0">
                <a:solidFill>
                  <a:schemeClr val="tx1"/>
                </a:solidFill>
                <a:latin typeface="+mj-lt"/>
              </a:defRPr>
            </a:lvl1pPr>
            <a:lvl2pPr marL="457200" indent="0" algn="ctr">
              <a:buNone/>
              <a:defRPr sz="1400">
                <a:solidFill>
                  <a:schemeClr val="accent1"/>
                </a:solidFill>
              </a:defRPr>
            </a:lvl2pPr>
            <a:lvl3pPr marL="914400" indent="0" algn="ctr">
              <a:buNone/>
              <a:defRPr sz="1400">
                <a:solidFill>
                  <a:schemeClr val="accent1"/>
                </a:solidFill>
              </a:defRPr>
            </a:lvl3pPr>
            <a:lvl4pPr marL="1371600" indent="0" algn="ctr">
              <a:buNone/>
              <a:defRPr sz="1400">
                <a:solidFill>
                  <a:schemeClr val="accent1"/>
                </a:solidFill>
              </a:defRPr>
            </a:lvl4pPr>
            <a:lvl5pPr marL="1828800" indent="0" algn="ctr">
              <a:buNone/>
              <a:defRPr sz="140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Click to Edit Presentation Title</a:t>
            </a:r>
          </a:p>
        </p:txBody>
      </p:sp>
      <p:sp>
        <p:nvSpPr>
          <p:cNvPr id="19" name="Picture Placeholder 18"/>
          <p:cNvSpPr>
            <a:spLocks noGrp="1"/>
          </p:cNvSpPr>
          <p:nvPr>
            <p:ph type="pic" sz="quarter" idx="14"/>
          </p:nvPr>
        </p:nvSpPr>
        <p:spPr>
          <a:xfrm>
            <a:off x="0" y="0"/>
            <a:ext cx="5546725" cy="5143500"/>
          </a:xfrm>
        </p:spPr>
        <p:txBody>
          <a:bodyPr anchor="ctr">
            <a:noAutofit/>
          </a:bodyPr>
          <a:lstStyle>
            <a:lvl1pPr marL="0" marR="0" indent="0" algn="ctr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bg1">
                  <a:lumMod val="50000"/>
                </a:schemeClr>
              </a:buClr>
              <a:buSzTx/>
              <a:buFont typeface="Arial"/>
              <a:buNone/>
              <a:tabLst/>
              <a:defRPr sz="1400"/>
            </a:lvl1pPr>
          </a:lstStyle>
          <a:p>
            <a:r>
              <a:rPr lang="en-US" dirty="0"/>
              <a:t>Drag picture to placeholder or click icon to add</a:t>
            </a:r>
          </a:p>
        </p:txBody>
      </p:sp>
      <p:sp>
        <p:nvSpPr>
          <p:cNvPr id="26" name="Text Placeholder 13"/>
          <p:cNvSpPr>
            <a:spLocks noGrp="1"/>
          </p:cNvSpPr>
          <p:nvPr>
            <p:ph type="body" sz="quarter" idx="15" hasCustomPrompt="1"/>
          </p:nvPr>
        </p:nvSpPr>
        <p:spPr>
          <a:xfrm>
            <a:off x="5687785" y="2164080"/>
            <a:ext cx="3347357" cy="833120"/>
          </a:xfrm>
        </p:spPr>
        <p:txBody>
          <a:bodyPr anchor="t">
            <a:noAutofit/>
          </a:bodyPr>
          <a:lstStyle>
            <a:lvl1pPr marL="0" indent="0" algn="ctr">
              <a:buNone/>
              <a:defRPr sz="1000" baseline="0">
                <a:solidFill>
                  <a:schemeClr val="tx1"/>
                </a:solidFill>
                <a:latin typeface="+mj-lt"/>
              </a:defRPr>
            </a:lvl1pPr>
            <a:lvl2pPr marL="457200" indent="0" algn="ctr">
              <a:buNone/>
              <a:defRPr sz="1400">
                <a:solidFill>
                  <a:schemeClr val="accent1"/>
                </a:solidFill>
              </a:defRPr>
            </a:lvl2pPr>
            <a:lvl3pPr marL="914400" indent="0" algn="ctr">
              <a:buNone/>
              <a:defRPr sz="1400">
                <a:solidFill>
                  <a:schemeClr val="accent1"/>
                </a:solidFill>
              </a:defRPr>
            </a:lvl3pPr>
            <a:lvl4pPr marL="1371600" indent="0" algn="ctr">
              <a:buNone/>
              <a:defRPr sz="1400">
                <a:solidFill>
                  <a:schemeClr val="accent1"/>
                </a:solidFill>
              </a:defRPr>
            </a:lvl4pPr>
            <a:lvl5pPr marL="1828800" indent="0" algn="ctr">
              <a:buNone/>
              <a:defRPr sz="140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Presented by, Job Title, Date, etc.</a:t>
            </a:r>
          </a:p>
        </p:txBody>
      </p:sp>
      <p:pic>
        <p:nvPicPr>
          <p:cNvPr id="8" name="Picture 7" descr="Tribrand_ColorBlack_rgb_16x3_160601.png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70339" y="3918225"/>
            <a:ext cx="2925483" cy="812634"/>
          </a:xfrm>
          <a:prstGeom prst="rect">
            <a:avLst/>
          </a:prstGeom>
        </p:spPr>
      </p:pic>
      <p:sp>
        <p:nvSpPr>
          <p:cNvPr id="3" name="Footer Placeholder 2"/>
          <p:cNvSpPr>
            <a:spLocks noGrp="1"/>
          </p:cNvSpPr>
          <p:nvPr>
            <p:ph type="ftr" sz="quarter" idx="17"/>
          </p:nvPr>
        </p:nvSpPr>
        <p:spPr>
          <a:xfrm>
            <a:off x="5687785" y="4802823"/>
            <a:ext cx="3347357" cy="274637"/>
          </a:xfrm>
        </p:spPr>
        <p:txBody>
          <a:bodyPr/>
          <a:lstStyle/>
          <a:p>
            <a:r>
              <a:rPr lang="en-US"/>
              <a:t>For required markings, please visit https://mh.jpl.nasa.gov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079114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_Horz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8"/>
          <p:cNvSpPr>
            <a:spLocks noGrp="1"/>
          </p:cNvSpPr>
          <p:nvPr>
            <p:ph type="pic" sz="quarter" idx="14"/>
          </p:nvPr>
        </p:nvSpPr>
        <p:spPr>
          <a:xfrm>
            <a:off x="0" y="0"/>
            <a:ext cx="9144000" cy="3417503"/>
          </a:xfrm>
        </p:spPr>
        <p:txBody>
          <a:bodyPr anchor="ctr">
            <a:noAutofit/>
          </a:bodyPr>
          <a:lstStyle>
            <a:lvl1pPr marL="0" marR="0" indent="0" algn="ctr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bg1">
                  <a:lumMod val="50000"/>
                </a:schemeClr>
              </a:buClr>
              <a:buSzTx/>
              <a:buFont typeface="Arial"/>
              <a:buNone/>
              <a:tabLst/>
              <a:defRPr sz="1400"/>
            </a:lvl1pPr>
          </a:lstStyle>
          <a:p>
            <a:r>
              <a:rPr lang="en-US" dirty="0"/>
              <a:t>Drag picture to placeholder or click icon to add</a:t>
            </a:r>
          </a:p>
        </p:txBody>
      </p:sp>
      <p:sp>
        <p:nvSpPr>
          <p:cNvPr id="14" name="Text Placeholder 13"/>
          <p:cNvSpPr>
            <a:spLocks noGrp="1"/>
          </p:cNvSpPr>
          <p:nvPr>
            <p:ph type="body" sz="quarter" idx="16" hasCustomPrompt="1"/>
          </p:nvPr>
        </p:nvSpPr>
        <p:spPr>
          <a:xfrm>
            <a:off x="369198" y="3773210"/>
            <a:ext cx="8530529" cy="430183"/>
          </a:xfrm>
        </p:spPr>
        <p:txBody>
          <a:bodyPr>
            <a:noAutofit/>
          </a:bodyPr>
          <a:lstStyle>
            <a:lvl1pPr marL="0" indent="0">
              <a:buNone/>
              <a:defRPr sz="2200" b="1">
                <a:latin typeface="+mj-lt"/>
              </a:defRPr>
            </a:lvl1pPr>
            <a:lvl2pPr marL="457200" indent="0">
              <a:buNone/>
              <a:defRPr sz="2200" b="1">
                <a:latin typeface="+mj-lt"/>
              </a:defRPr>
            </a:lvl2pPr>
            <a:lvl3pPr marL="914400" indent="0">
              <a:buNone/>
              <a:defRPr sz="2200" b="1">
                <a:latin typeface="+mj-lt"/>
              </a:defRPr>
            </a:lvl3pPr>
            <a:lvl4pPr marL="1371600" indent="0">
              <a:buNone/>
              <a:defRPr sz="2200" b="1">
                <a:latin typeface="+mj-lt"/>
              </a:defRPr>
            </a:lvl4pPr>
            <a:lvl5pPr marL="1828800" indent="0">
              <a:buNone/>
              <a:defRPr sz="2200" b="1">
                <a:latin typeface="+mj-lt"/>
              </a:defRPr>
            </a:lvl5pPr>
          </a:lstStyle>
          <a:p>
            <a:pPr lvl="0"/>
            <a:r>
              <a:rPr lang="en-US" dirty="0"/>
              <a:t>Click to Edit Presentation Title</a:t>
            </a:r>
          </a:p>
        </p:txBody>
      </p:sp>
      <p:sp>
        <p:nvSpPr>
          <p:cNvPr id="17" name="Text Placeholder 16"/>
          <p:cNvSpPr>
            <a:spLocks noGrp="1"/>
          </p:cNvSpPr>
          <p:nvPr>
            <p:ph type="body" sz="quarter" idx="17" hasCustomPrompt="1"/>
          </p:nvPr>
        </p:nvSpPr>
        <p:spPr>
          <a:xfrm>
            <a:off x="369198" y="4479716"/>
            <a:ext cx="5605047" cy="355600"/>
          </a:xfrm>
        </p:spPr>
        <p:txBody>
          <a:bodyPr anchor="b">
            <a:noAutofit/>
          </a:bodyPr>
          <a:lstStyle>
            <a:lvl1pPr marL="0" indent="0">
              <a:buNone/>
              <a:defRPr sz="1000" baseline="0"/>
            </a:lvl1pPr>
            <a:lvl2pPr marL="457200" indent="0">
              <a:buNone/>
              <a:defRPr sz="1000"/>
            </a:lvl2pPr>
            <a:lvl3pPr marL="914400" indent="0">
              <a:buNone/>
              <a:defRPr sz="10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</a:lstStyle>
          <a:p>
            <a:pPr lvl="0"/>
            <a:r>
              <a:rPr lang="en-US" dirty="0"/>
              <a:t>Presented by, Job Title, Date, etc.</a:t>
            </a:r>
          </a:p>
        </p:txBody>
      </p:sp>
      <p:sp>
        <p:nvSpPr>
          <p:cNvPr id="21" name="Text Placeholder 20"/>
          <p:cNvSpPr>
            <a:spLocks noGrp="1"/>
          </p:cNvSpPr>
          <p:nvPr>
            <p:ph type="body" sz="quarter" idx="19" hasCustomPrompt="1"/>
          </p:nvPr>
        </p:nvSpPr>
        <p:spPr>
          <a:xfrm>
            <a:off x="369197" y="3488175"/>
            <a:ext cx="8530530" cy="285035"/>
          </a:xfrm>
        </p:spPr>
        <p:txBody>
          <a:bodyPr>
            <a:noAutofit/>
          </a:bodyPr>
          <a:lstStyle>
            <a:lvl1pPr marL="0" indent="0">
              <a:buNone/>
              <a:defRPr sz="1400">
                <a:solidFill>
                  <a:schemeClr val="accent1"/>
                </a:solidFill>
              </a:defRPr>
            </a:lvl1pPr>
            <a:lvl2pPr marL="457200" indent="0">
              <a:buNone/>
              <a:defRPr sz="1400">
                <a:solidFill>
                  <a:schemeClr val="accent1"/>
                </a:solidFill>
              </a:defRPr>
            </a:lvl2pPr>
            <a:lvl3pPr marL="914400" indent="0">
              <a:buNone/>
              <a:defRPr sz="1400">
                <a:solidFill>
                  <a:schemeClr val="accent1"/>
                </a:solidFill>
              </a:defRPr>
            </a:lvl3pPr>
            <a:lvl4pPr marL="1371600" indent="0">
              <a:buNone/>
              <a:defRPr sz="1400">
                <a:solidFill>
                  <a:schemeClr val="accent1"/>
                </a:solidFill>
              </a:defRPr>
            </a:lvl4pPr>
            <a:lvl5pPr marL="1828800" indent="0">
              <a:buNone/>
              <a:defRPr sz="140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Click to Add a Theme, Project or Mission Name (optional)</a:t>
            </a:r>
          </a:p>
        </p:txBody>
      </p:sp>
      <p:pic>
        <p:nvPicPr>
          <p:cNvPr id="9" name="Picture 8" descr="Tribrand_ColorBlack_rgb_16x3_160601.png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74244" y="4219782"/>
            <a:ext cx="2925483" cy="812634"/>
          </a:xfrm>
          <a:prstGeom prst="rect">
            <a:avLst/>
          </a:prstGeom>
        </p:spPr>
      </p:pic>
      <p:sp>
        <p:nvSpPr>
          <p:cNvPr id="3" name="Footer Placeholder 2"/>
          <p:cNvSpPr>
            <a:spLocks noGrp="1"/>
          </p:cNvSpPr>
          <p:nvPr>
            <p:ph type="ftr" sz="quarter" idx="21"/>
          </p:nvPr>
        </p:nvSpPr>
        <p:spPr>
          <a:xfrm>
            <a:off x="369199" y="4802823"/>
            <a:ext cx="5605046" cy="274637"/>
          </a:xfrm>
        </p:spPr>
        <p:txBody>
          <a:bodyPr/>
          <a:lstStyle>
            <a:lvl1pPr algn="l">
              <a:defRPr/>
            </a:lvl1pPr>
          </a:lstStyle>
          <a:p>
            <a:r>
              <a:rPr lang="en-US"/>
              <a:t>For required markings, please visit https://mh.jpl.nasa.gov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0791142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4"/>
          <p:cNvSpPr>
            <a:spLocks noGrp="1"/>
          </p:cNvSpPr>
          <p:nvPr>
            <p:ph type="body" sz="quarter" idx="17" hasCustomPrompt="1"/>
          </p:nvPr>
        </p:nvSpPr>
        <p:spPr>
          <a:xfrm>
            <a:off x="254000" y="132080"/>
            <a:ext cx="8514080" cy="20597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buNone/>
              <a:tabLst/>
              <a:defRPr sz="800" baseline="0">
                <a:solidFill>
                  <a:schemeClr val="bg1">
                    <a:lumMod val="50000"/>
                  </a:schemeClr>
                </a:solidFill>
                <a:latin typeface="+mj-lt"/>
              </a:defRPr>
            </a:lvl1pPr>
            <a:lvl2pPr marL="411480" indent="0">
              <a:buNone/>
              <a:defRPr sz="1000"/>
            </a:lvl2pPr>
            <a:lvl3pPr marL="777240" indent="0">
              <a:buNone/>
              <a:defRPr sz="1000"/>
            </a:lvl3pPr>
            <a:lvl4pPr marL="1051560" indent="0">
              <a:buNone/>
              <a:defRPr sz="1000"/>
            </a:lvl4pPr>
            <a:lvl5pPr marL="1325880" indent="0">
              <a:buNone/>
              <a:defRPr sz="1000"/>
            </a:lvl5pPr>
          </a:lstStyle>
          <a:p>
            <a:pPr lvl="0"/>
            <a:r>
              <a:rPr lang="en-US" dirty="0"/>
              <a:t>Theme, project or mission name (optional)</a:t>
            </a:r>
          </a:p>
        </p:txBody>
      </p:sp>
      <p:sp>
        <p:nvSpPr>
          <p:cNvPr id="10" name="Content Placeholder 2"/>
          <p:cNvSpPr>
            <a:spLocks noGrp="1"/>
          </p:cNvSpPr>
          <p:nvPr>
            <p:ph sz="quarter" idx="19"/>
          </p:nvPr>
        </p:nvSpPr>
        <p:spPr>
          <a:xfrm>
            <a:off x="1412240" y="1602106"/>
            <a:ext cx="6319520" cy="2719386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TextBox 8"/>
          <p:cNvSpPr txBox="1"/>
          <p:nvPr userDrawn="1"/>
        </p:nvSpPr>
        <p:spPr>
          <a:xfrm>
            <a:off x="7810218" y="4719637"/>
            <a:ext cx="1233549" cy="423864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r"/>
            <a:r>
              <a:rPr lang="en-US" sz="1000" b="1" kern="0" spc="70" dirty="0">
                <a:solidFill>
                  <a:srgbClr val="6083AA"/>
                </a:solidFill>
              </a:rPr>
              <a:t>jpl.nasa.gov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0"/>
          </p:nvPr>
        </p:nvSpPr>
        <p:spPr/>
        <p:txBody>
          <a:bodyPr/>
          <a:lstStyle/>
          <a:p>
            <a:fld id="{341DE1EE-7D9E-4356-A17B-AC39B24D4A0F}" type="datetime1">
              <a:rPr lang="en-US" smtClean="0"/>
              <a:t>9/1/25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r>
              <a:rPr lang="en-US"/>
              <a:t>For required markings, please visit https://mh.jpl.nasa.gov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0E0E1749-0B7E-403A-A9A7-95F2ED1F2891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0292484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4"/>
          <p:cNvSpPr>
            <a:spLocks noGrp="1"/>
          </p:cNvSpPr>
          <p:nvPr>
            <p:ph type="body" sz="quarter" idx="17" hasCustomPrompt="1"/>
          </p:nvPr>
        </p:nvSpPr>
        <p:spPr>
          <a:xfrm>
            <a:off x="254000" y="132080"/>
            <a:ext cx="8514080" cy="20597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buNone/>
              <a:tabLst/>
              <a:defRPr sz="800" baseline="0">
                <a:solidFill>
                  <a:schemeClr val="bg1">
                    <a:lumMod val="50000"/>
                  </a:schemeClr>
                </a:solidFill>
                <a:latin typeface="+mj-lt"/>
              </a:defRPr>
            </a:lvl1pPr>
            <a:lvl2pPr marL="411480" indent="0">
              <a:buNone/>
              <a:defRPr sz="1000"/>
            </a:lvl2pPr>
            <a:lvl3pPr marL="777240" indent="0">
              <a:buNone/>
              <a:defRPr sz="1000"/>
            </a:lvl3pPr>
            <a:lvl4pPr marL="1051560" indent="0">
              <a:buNone/>
              <a:defRPr sz="1000"/>
            </a:lvl4pPr>
            <a:lvl5pPr marL="1325880" indent="0">
              <a:buNone/>
              <a:defRPr sz="1000"/>
            </a:lvl5pPr>
          </a:lstStyle>
          <a:p>
            <a:pPr lvl="0"/>
            <a:r>
              <a:rPr lang="en-US" dirty="0"/>
              <a:t>Theme, project or mission name (optional)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3" name="TextBox 12"/>
          <p:cNvSpPr txBox="1"/>
          <p:nvPr userDrawn="1"/>
        </p:nvSpPr>
        <p:spPr>
          <a:xfrm>
            <a:off x="7810218" y="4719637"/>
            <a:ext cx="1233549" cy="423864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r"/>
            <a:r>
              <a:rPr lang="en-US" sz="1000" b="1" kern="0" spc="70" dirty="0">
                <a:solidFill>
                  <a:srgbClr val="6083AA"/>
                </a:solidFill>
              </a:rPr>
              <a:t>jpl.nasa.gov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E0EE1217-8810-43A4-A260-F7B93C1E2460}" type="datetime1">
              <a:rPr lang="en-US" smtClean="0"/>
              <a:t>9/1/25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r>
              <a:rPr lang="en-US"/>
              <a:t>For required markings, please visit https://mh.jpl.nasa.gov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0E0E1749-0B7E-403A-A9A7-95F2ED1F2891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4317065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4"/>
          <p:cNvSpPr>
            <a:spLocks noGrp="1"/>
          </p:cNvSpPr>
          <p:nvPr>
            <p:ph type="body" sz="quarter" idx="17" hasCustomPrompt="1"/>
          </p:nvPr>
        </p:nvSpPr>
        <p:spPr>
          <a:xfrm>
            <a:off x="254000" y="132080"/>
            <a:ext cx="8514080" cy="20597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buNone/>
              <a:tabLst/>
              <a:defRPr sz="800" baseline="0">
                <a:solidFill>
                  <a:schemeClr val="bg1">
                    <a:lumMod val="50000"/>
                  </a:schemeClr>
                </a:solidFill>
                <a:latin typeface="+mj-lt"/>
              </a:defRPr>
            </a:lvl1pPr>
            <a:lvl2pPr marL="411480" indent="0">
              <a:buNone/>
              <a:defRPr sz="1000"/>
            </a:lvl2pPr>
            <a:lvl3pPr marL="777240" indent="0">
              <a:buNone/>
              <a:defRPr sz="1000"/>
            </a:lvl3pPr>
            <a:lvl4pPr marL="1051560" indent="0">
              <a:buNone/>
              <a:defRPr sz="1000"/>
            </a:lvl4pPr>
            <a:lvl5pPr marL="1325880" indent="0">
              <a:buNone/>
              <a:defRPr sz="1000"/>
            </a:lvl5pPr>
          </a:lstStyle>
          <a:p>
            <a:pPr lvl="0"/>
            <a:r>
              <a:rPr lang="en-US" dirty="0"/>
              <a:t>Theme, project or mission name (optional)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3" name="Content Placeholder 2"/>
          <p:cNvSpPr>
            <a:spLocks noGrp="1"/>
          </p:cNvSpPr>
          <p:nvPr>
            <p:ph sz="quarter" idx="19"/>
          </p:nvPr>
        </p:nvSpPr>
        <p:spPr>
          <a:xfrm>
            <a:off x="1412240" y="1602106"/>
            <a:ext cx="6319520" cy="2719386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TextBox 9"/>
          <p:cNvSpPr txBox="1"/>
          <p:nvPr userDrawn="1"/>
        </p:nvSpPr>
        <p:spPr>
          <a:xfrm>
            <a:off x="7810218" y="4719637"/>
            <a:ext cx="1233549" cy="423864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r"/>
            <a:r>
              <a:rPr lang="en-US" sz="1000" b="1" kern="0" spc="70" dirty="0">
                <a:solidFill>
                  <a:srgbClr val="6083AA"/>
                </a:solidFill>
              </a:rPr>
              <a:t>jpl.nasa.gov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0"/>
          </p:nvPr>
        </p:nvSpPr>
        <p:spPr/>
        <p:txBody>
          <a:bodyPr/>
          <a:lstStyle/>
          <a:p>
            <a:fld id="{81BC07D9-38D2-4D21-BB9F-4FB482252065}" type="datetime1">
              <a:rPr lang="en-US" smtClean="0"/>
              <a:t>9/1/25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r>
              <a:rPr lang="en-US"/>
              <a:t>For required markings, please visit https://mh.jpl.nasa.gov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0E0E1749-0B7E-403A-A9A7-95F2ED1F2891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4317065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4"/>
          <p:cNvSpPr>
            <a:spLocks noGrp="1"/>
          </p:cNvSpPr>
          <p:nvPr>
            <p:ph type="body" sz="quarter" idx="17" hasCustomPrompt="1"/>
          </p:nvPr>
        </p:nvSpPr>
        <p:spPr>
          <a:xfrm>
            <a:off x="254000" y="132080"/>
            <a:ext cx="8514080" cy="20597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buNone/>
              <a:tabLst/>
              <a:defRPr sz="800" baseline="0">
                <a:solidFill>
                  <a:schemeClr val="bg1">
                    <a:lumMod val="50000"/>
                  </a:schemeClr>
                </a:solidFill>
                <a:latin typeface="+mj-lt"/>
              </a:defRPr>
            </a:lvl1pPr>
            <a:lvl2pPr marL="411480" indent="0">
              <a:buNone/>
              <a:defRPr sz="1000"/>
            </a:lvl2pPr>
            <a:lvl3pPr marL="777240" indent="0">
              <a:buNone/>
              <a:defRPr sz="1000"/>
            </a:lvl3pPr>
            <a:lvl4pPr marL="1051560" indent="0">
              <a:buNone/>
              <a:defRPr sz="1000"/>
            </a:lvl4pPr>
            <a:lvl5pPr marL="1325880" indent="0">
              <a:buNone/>
              <a:defRPr sz="1000"/>
            </a:lvl5pPr>
          </a:lstStyle>
          <a:p>
            <a:pPr lvl="0"/>
            <a:r>
              <a:rPr lang="en-US" dirty="0"/>
              <a:t>Theme, project or mission name (optional)</a:t>
            </a:r>
          </a:p>
        </p:txBody>
      </p:sp>
      <p:sp>
        <p:nvSpPr>
          <p:cNvPr id="16" name="Text Placeholder 13"/>
          <p:cNvSpPr>
            <a:spLocks noGrp="1"/>
          </p:cNvSpPr>
          <p:nvPr>
            <p:ph type="body" sz="quarter" idx="14" hasCustomPrompt="1"/>
          </p:nvPr>
        </p:nvSpPr>
        <p:spPr>
          <a:xfrm>
            <a:off x="254000" y="757179"/>
            <a:ext cx="8514080" cy="350262"/>
          </a:xfrm>
          <a:prstGeom prst="rect">
            <a:avLst/>
          </a:prstGeom>
        </p:spPr>
        <p:txBody>
          <a:bodyPr vert="horz">
            <a:noAutofit/>
          </a:bodyPr>
          <a:lstStyle>
            <a:lvl1pPr marL="0" indent="0">
              <a:buFontTx/>
              <a:buNone/>
              <a:defRPr sz="2000" baseline="0">
                <a:solidFill>
                  <a:srgbClr val="000000"/>
                </a:solidFill>
              </a:defRPr>
            </a:lvl1pPr>
            <a:lvl2pPr marL="457200" indent="0">
              <a:buFontTx/>
              <a:buNone/>
              <a:defRPr sz="2000"/>
            </a:lvl2pPr>
            <a:lvl3pPr marL="914400" indent="0">
              <a:buFontTx/>
              <a:buNone/>
              <a:defRPr sz="2000"/>
            </a:lvl3pPr>
            <a:lvl4pPr marL="1371600" indent="0">
              <a:buFontTx/>
              <a:buNone/>
              <a:defRPr sz="2000"/>
            </a:lvl4pPr>
            <a:lvl5pPr marL="1828800" indent="0">
              <a:buFontTx/>
              <a:buNone/>
              <a:defRPr sz="2000"/>
            </a:lvl5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10" name="TextBox 9"/>
          <p:cNvSpPr txBox="1"/>
          <p:nvPr userDrawn="1"/>
        </p:nvSpPr>
        <p:spPr>
          <a:xfrm>
            <a:off x="7810218" y="4719637"/>
            <a:ext cx="1233549" cy="423864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r"/>
            <a:r>
              <a:rPr lang="en-US" sz="1000" b="1" kern="0" spc="70" dirty="0">
                <a:solidFill>
                  <a:srgbClr val="6083AA"/>
                </a:solidFill>
              </a:rPr>
              <a:t>jpl.nasa.gov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37A7201D-60A7-477E-96B4-3973BB7451F7}" type="datetime1">
              <a:rPr lang="en-US" smtClean="0"/>
              <a:t>9/1/25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r>
              <a:rPr lang="en-US"/>
              <a:t>For required markings, please visit https://mh.jpl.nasa.gov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0E0E1749-0B7E-403A-A9A7-95F2ED1F2891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0876749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4"/>
          <p:cNvSpPr>
            <a:spLocks noGrp="1"/>
          </p:cNvSpPr>
          <p:nvPr>
            <p:ph type="body" sz="quarter" idx="17" hasCustomPrompt="1"/>
          </p:nvPr>
        </p:nvSpPr>
        <p:spPr>
          <a:xfrm>
            <a:off x="254000" y="132080"/>
            <a:ext cx="8514080" cy="20597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buNone/>
              <a:tabLst/>
              <a:defRPr sz="800" baseline="0">
                <a:solidFill>
                  <a:schemeClr val="bg1">
                    <a:lumMod val="50000"/>
                  </a:schemeClr>
                </a:solidFill>
                <a:latin typeface="+mj-lt"/>
              </a:defRPr>
            </a:lvl1pPr>
            <a:lvl2pPr marL="411480" indent="0">
              <a:buNone/>
              <a:defRPr sz="1000"/>
            </a:lvl2pPr>
            <a:lvl3pPr marL="777240" indent="0">
              <a:buNone/>
              <a:defRPr sz="1000"/>
            </a:lvl3pPr>
            <a:lvl4pPr marL="1051560" indent="0">
              <a:buNone/>
              <a:defRPr sz="1000"/>
            </a:lvl4pPr>
            <a:lvl5pPr marL="1325880" indent="0">
              <a:buNone/>
              <a:defRPr sz="1000"/>
            </a:lvl5pPr>
          </a:lstStyle>
          <a:p>
            <a:pPr lvl="0"/>
            <a:r>
              <a:rPr lang="en-US" dirty="0"/>
              <a:t>Theme, project or mission name (optional)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Text Placeholder 13"/>
          <p:cNvSpPr>
            <a:spLocks noGrp="1"/>
          </p:cNvSpPr>
          <p:nvPr>
            <p:ph type="body" sz="quarter" idx="14" hasCustomPrompt="1"/>
          </p:nvPr>
        </p:nvSpPr>
        <p:spPr>
          <a:xfrm>
            <a:off x="254000" y="757179"/>
            <a:ext cx="8514080" cy="350262"/>
          </a:xfrm>
          <a:prstGeom prst="rect">
            <a:avLst/>
          </a:prstGeom>
        </p:spPr>
        <p:txBody>
          <a:bodyPr vert="horz">
            <a:noAutofit/>
          </a:bodyPr>
          <a:lstStyle>
            <a:lvl1pPr marL="0" indent="0">
              <a:buFontTx/>
              <a:buNone/>
              <a:defRPr sz="2000" baseline="0">
                <a:solidFill>
                  <a:srgbClr val="000000"/>
                </a:solidFill>
              </a:defRPr>
            </a:lvl1pPr>
            <a:lvl2pPr marL="457200" indent="0">
              <a:buFontTx/>
              <a:buNone/>
              <a:defRPr sz="2000"/>
            </a:lvl2pPr>
            <a:lvl3pPr marL="914400" indent="0">
              <a:buFontTx/>
              <a:buNone/>
              <a:defRPr sz="2000"/>
            </a:lvl3pPr>
            <a:lvl4pPr marL="1371600" indent="0">
              <a:buFontTx/>
              <a:buNone/>
              <a:defRPr sz="2000"/>
            </a:lvl4pPr>
            <a:lvl5pPr marL="1828800" indent="0">
              <a:buFontTx/>
              <a:buNone/>
              <a:defRPr sz="2000"/>
            </a:lvl5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13" name="Content Placeholder 2"/>
          <p:cNvSpPr>
            <a:spLocks noGrp="1"/>
          </p:cNvSpPr>
          <p:nvPr>
            <p:ph sz="quarter" idx="19"/>
          </p:nvPr>
        </p:nvSpPr>
        <p:spPr>
          <a:xfrm>
            <a:off x="1412240" y="1602106"/>
            <a:ext cx="6319520" cy="2719386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TextBox 9"/>
          <p:cNvSpPr txBox="1"/>
          <p:nvPr userDrawn="1"/>
        </p:nvSpPr>
        <p:spPr>
          <a:xfrm>
            <a:off x="7810218" y="4719637"/>
            <a:ext cx="1233549" cy="423864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r"/>
            <a:r>
              <a:rPr lang="en-US" sz="1000" b="1" kern="0" spc="70" dirty="0">
                <a:solidFill>
                  <a:srgbClr val="6083AA"/>
                </a:solidFill>
              </a:rPr>
              <a:t>jpl.nasa.gov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0"/>
          </p:nvPr>
        </p:nvSpPr>
        <p:spPr/>
        <p:txBody>
          <a:bodyPr/>
          <a:lstStyle/>
          <a:p>
            <a:fld id="{DF441585-8FA9-4EA2-85A4-83043578477A}" type="datetime1">
              <a:rPr lang="en-US" smtClean="0"/>
              <a:t>9/1/25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r>
              <a:rPr lang="en-US"/>
              <a:t>For required markings, please visit https://mh.jpl.nasa.gov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0E0E1749-0B7E-403A-A9A7-95F2ED1F2891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7939517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4"/>
          <p:cNvSpPr>
            <a:spLocks noGrp="1"/>
          </p:cNvSpPr>
          <p:nvPr>
            <p:ph type="body" sz="quarter" idx="17" hasCustomPrompt="1"/>
          </p:nvPr>
        </p:nvSpPr>
        <p:spPr>
          <a:xfrm>
            <a:off x="254000" y="132080"/>
            <a:ext cx="8514080" cy="20597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buNone/>
              <a:tabLst/>
              <a:defRPr sz="800" baseline="0">
                <a:solidFill>
                  <a:schemeClr val="bg1">
                    <a:lumMod val="50000"/>
                  </a:schemeClr>
                </a:solidFill>
                <a:latin typeface="+mj-lt"/>
              </a:defRPr>
            </a:lvl1pPr>
            <a:lvl2pPr marL="411480" indent="0">
              <a:buNone/>
              <a:defRPr sz="1000"/>
            </a:lvl2pPr>
            <a:lvl3pPr marL="777240" indent="0">
              <a:buNone/>
              <a:defRPr sz="1000"/>
            </a:lvl3pPr>
            <a:lvl4pPr marL="1051560" indent="0">
              <a:buNone/>
              <a:defRPr sz="1000"/>
            </a:lvl4pPr>
            <a:lvl5pPr marL="1325880" indent="0">
              <a:buNone/>
              <a:defRPr sz="1000"/>
            </a:lvl5pPr>
          </a:lstStyle>
          <a:p>
            <a:pPr lvl="0"/>
            <a:r>
              <a:rPr lang="en-US" dirty="0"/>
              <a:t>Theme, project or mission name (optional)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Text Placeholder 13"/>
          <p:cNvSpPr>
            <a:spLocks noGrp="1"/>
          </p:cNvSpPr>
          <p:nvPr>
            <p:ph type="body" sz="quarter" idx="14" hasCustomPrompt="1"/>
          </p:nvPr>
        </p:nvSpPr>
        <p:spPr>
          <a:xfrm>
            <a:off x="254000" y="757179"/>
            <a:ext cx="8514080" cy="350262"/>
          </a:xfrm>
          <a:prstGeom prst="rect">
            <a:avLst/>
          </a:prstGeom>
        </p:spPr>
        <p:txBody>
          <a:bodyPr vert="horz">
            <a:noAutofit/>
          </a:bodyPr>
          <a:lstStyle>
            <a:lvl1pPr marL="0" indent="0">
              <a:buFontTx/>
              <a:buNone/>
              <a:defRPr sz="2000" baseline="0">
                <a:solidFill>
                  <a:srgbClr val="000000"/>
                </a:solidFill>
              </a:defRPr>
            </a:lvl1pPr>
            <a:lvl2pPr marL="457200" indent="0">
              <a:buFontTx/>
              <a:buNone/>
              <a:defRPr sz="2000"/>
            </a:lvl2pPr>
            <a:lvl3pPr marL="914400" indent="0">
              <a:buFontTx/>
              <a:buNone/>
              <a:defRPr sz="2000"/>
            </a:lvl3pPr>
            <a:lvl4pPr marL="1371600" indent="0">
              <a:buFontTx/>
              <a:buNone/>
              <a:defRPr sz="2000"/>
            </a:lvl4pPr>
            <a:lvl5pPr marL="1828800" indent="0">
              <a:buFontTx/>
              <a:buNone/>
              <a:defRPr sz="2000"/>
            </a:lvl5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13" name="Content Placeholder 2"/>
          <p:cNvSpPr>
            <a:spLocks noGrp="1"/>
          </p:cNvSpPr>
          <p:nvPr>
            <p:ph sz="quarter" idx="19"/>
          </p:nvPr>
        </p:nvSpPr>
        <p:spPr>
          <a:xfrm>
            <a:off x="254000" y="1598613"/>
            <a:ext cx="4216400" cy="271938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4" name="Content Placeholder 11"/>
          <p:cNvSpPr>
            <a:spLocks noGrp="1"/>
          </p:cNvSpPr>
          <p:nvPr>
            <p:ph sz="quarter" idx="20"/>
          </p:nvPr>
        </p:nvSpPr>
        <p:spPr>
          <a:xfrm>
            <a:off x="4675164" y="1598612"/>
            <a:ext cx="4216400" cy="2719387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TextBox 10"/>
          <p:cNvSpPr txBox="1"/>
          <p:nvPr userDrawn="1"/>
        </p:nvSpPr>
        <p:spPr>
          <a:xfrm>
            <a:off x="7810218" y="4719637"/>
            <a:ext cx="1233549" cy="423864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r"/>
            <a:r>
              <a:rPr lang="en-US" sz="1000" b="1" kern="0" spc="70" dirty="0">
                <a:solidFill>
                  <a:srgbClr val="6083AA"/>
                </a:solidFill>
              </a:rPr>
              <a:t>jpl.nasa.gov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1"/>
          </p:nvPr>
        </p:nvSpPr>
        <p:spPr/>
        <p:txBody>
          <a:bodyPr/>
          <a:lstStyle/>
          <a:p>
            <a:fld id="{83F1A4B9-1F13-48F5-BF93-72CC0A0DFA2C}" type="datetime1">
              <a:rPr lang="en-US" smtClean="0"/>
              <a:t>9/1/25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22"/>
          </p:nvPr>
        </p:nvSpPr>
        <p:spPr/>
        <p:txBody>
          <a:bodyPr/>
          <a:lstStyle/>
          <a:p>
            <a:r>
              <a:rPr lang="en-US"/>
              <a:t>For required markings, please visit https://mh.jpl.nasa.gov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23"/>
          </p:nvPr>
        </p:nvSpPr>
        <p:spPr/>
        <p:txBody>
          <a:bodyPr/>
          <a:lstStyle/>
          <a:p>
            <a:fld id="{0E0E1749-0B7E-403A-A9A7-95F2ED1F2891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3227520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4"/>
          <p:cNvSpPr>
            <a:spLocks noGrp="1"/>
          </p:cNvSpPr>
          <p:nvPr>
            <p:ph type="body" sz="quarter" idx="17" hasCustomPrompt="1"/>
          </p:nvPr>
        </p:nvSpPr>
        <p:spPr>
          <a:xfrm>
            <a:off x="254000" y="132080"/>
            <a:ext cx="8514080" cy="20597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buNone/>
              <a:tabLst/>
              <a:defRPr sz="800" baseline="0">
                <a:solidFill>
                  <a:schemeClr val="bg1">
                    <a:lumMod val="50000"/>
                  </a:schemeClr>
                </a:solidFill>
                <a:latin typeface="+mj-lt"/>
              </a:defRPr>
            </a:lvl1pPr>
            <a:lvl2pPr marL="411480" indent="0">
              <a:buNone/>
              <a:defRPr sz="1000"/>
            </a:lvl2pPr>
            <a:lvl3pPr marL="777240" indent="0">
              <a:buNone/>
              <a:defRPr sz="1000"/>
            </a:lvl3pPr>
            <a:lvl4pPr marL="1051560" indent="0">
              <a:buNone/>
              <a:defRPr sz="1000"/>
            </a:lvl4pPr>
            <a:lvl5pPr marL="1325880" indent="0">
              <a:buNone/>
              <a:defRPr sz="1000"/>
            </a:lvl5pPr>
          </a:lstStyle>
          <a:p>
            <a:pPr lvl="0"/>
            <a:r>
              <a:rPr lang="en-US" dirty="0"/>
              <a:t>Theme, project or mission name (optional)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Text Placeholder 13"/>
          <p:cNvSpPr>
            <a:spLocks noGrp="1"/>
          </p:cNvSpPr>
          <p:nvPr>
            <p:ph type="body" sz="quarter" idx="14" hasCustomPrompt="1"/>
          </p:nvPr>
        </p:nvSpPr>
        <p:spPr>
          <a:xfrm>
            <a:off x="254000" y="757179"/>
            <a:ext cx="8514080" cy="350262"/>
          </a:xfrm>
          <a:prstGeom prst="rect">
            <a:avLst/>
          </a:prstGeom>
        </p:spPr>
        <p:txBody>
          <a:bodyPr vert="horz">
            <a:noAutofit/>
          </a:bodyPr>
          <a:lstStyle>
            <a:lvl1pPr marL="0" indent="0">
              <a:buFontTx/>
              <a:buNone/>
              <a:defRPr sz="2000" baseline="0">
                <a:solidFill>
                  <a:srgbClr val="000000"/>
                </a:solidFill>
              </a:defRPr>
            </a:lvl1pPr>
            <a:lvl2pPr marL="457200" indent="0">
              <a:buFontTx/>
              <a:buNone/>
              <a:defRPr sz="2000"/>
            </a:lvl2pPr>
            <a:lvl3pPr marL="914400" indent="0">
              <a:buFontTx/>
              <a:buNone/>
              <a:defRPr sz="2000"/>
            </a:lvl3pPr>
            <a:lvl4pPr marL="1371600" indent="0">
              <a:buFontTx/>
              <a:buNone/>
              <a:defRPr sz="2000"/>
            </a:lvl4pPr>
            <a:lvl5pPr marL="1828800" indent="0">
              <a:buFontTx/>
              <a:buNone/>
              <a:defRPr sz="2000"/>
            </a:lvl5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13" name="Content Placeholder 2"/>
          <p:cNvSpPr>
            <a:spLocks noGrp="1"/>
          </p:cNvSpPr>
          <p:nvPr>
            <p:ph sz="quarter" idx="19"/>
          </p:nvPr>
        </p:nvSpPr>
        <p:spPr>
          <a:xfrm>
            <a:off x="254000" y="2137092"/>
            <a:ext cx="4216400" cy="2384107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4" name="Content Placeholder 11"/>
          <p:cNvSpPr>
            <a:spLocks noGrp="1"/>
          </p:cNvSpPr>
          <p:nvPr>
            <p:ph sz="quarter" idx="20"/>
          </p:nvPr>
        </p:nvSpPr>
        <p:spPr>
          <a:xfrm>
            <a:off x="4675164" y="2137092"/>
            <a:ext cx="4216400" cy="238410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Text Placeholder 2"/>
          <p:cNvSpPr>
            <a:spLocks noGrp="1"/>
          </p:cNvSpPr>
          <p:nvPr>
            <p:ph type="body" idx="1"/>
          </p:nvPr>
        </p:nvSpPr>
        <p:spPr>
          <a:xfrm>
            <a:off x="254000" y="1497330"/>
            <a:ext cx="4216400" cy="639762"/>
          </a:xfrm>
        </p:spPr>
        <p:txBody>
          <a:bodyPr anchor="b">
            <a:noAutofit/>
          </a:bodyPr>
          <a:lstStyle>
            <a:lvl1pPr marL="0" indent="0">
              <a:buNone/>
              <a:defRPr sz="20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6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75164" y="1497330"/>
            <a:ext cx="4216400" cy="639762"/>
          </a:xfrm>
        </p:spPr>
        <p:txBody>
          <a:bodyPr anchor="b">
            <a:noAutofit/>
          </a:bodyPr>
          <a:lstStyle>
            <a:lvl1pPr marL="0" indent="0">
              <a:buNone/>
              <a:defRPr sz="20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Box 16"/>
          <p:cNvSpPr txBox="1"/>
          <p:nvPr userDrawn="1"/>
        </p:nvSpPr>
        <p:spPr>
          <a:xfrm>
            <a:off x="7810218" y="4719637"/>
            <a:ext cx="1233549" cy="423864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r"/>
            <a:r>
              <a:rPr lang="en-US" sz="1000" b="1" kern="0" spc="70" dirty="0">
                <a:solidFill>
                  <a:srgbClr val="6083AA"/>
                </a:solidFill>
              </a:rPr>
              <a:t>jpl.nasa.gov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1"/>
          </p:nvPr>
        </p:nvSpPr>
        <p:spPr/>
        <p:txBody>
          <a:bodyPr/>
          <a:lstStyle/>
          <a:p>
            <a:fld id="{1D4C51F1-096E-4A7D-AF59-49489967A51A}" type="datetime1">
              <a:rPr lang="en-US" smtClean="0"/>
              <a:t>9/1/25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22"/>
          </p:nvPr>
        </p:nvSpPr>
        <p:spPr/>
        <p:txBody>
          <a:bodyPr/>
          <a:lstStyle/>
          <a:p>
            <a:r>
              <a:rPr lang="en-US"/>
              <a:t>For required markings, please visit https://mh.jpl.nasa.gov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23"/>
          </p:nvPr>
        </p:nvSpPr>
        <p:spPr/>
        <p:txBody>
          <a:bodyPr/>
          <a:lstStyle/>
          <a:p>
            <a:fld id="{0E0E1749-0B7E-403A-A9A7-95F2ED1F2891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257004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4"/>
          <p:cNvSpPr>
            <a:spLocks noGrp="1"/>
          </p:cNvSpPr>
          <p:nvPr>
            <p:ph type="body" sz="quarter" idx="17" hasCustomPrompt="1"/>
          </p:nvPr>
        </p:nvSpPr>
        <p:spPr>
          <a:xfrm>
            <a:off x="254000" y="132080"/>
            <a:ext cx="8514080" cy="20597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buNone/>
              <a:tabLst/>
              <a:defRPr sz="800" baseline="0">
                <a:solidFill>
                  <a:schemeClr val="bg1">
                    <a:lumMod val="50000"/>
                  </a:schemeClr>
                </a:solidFill>
                <a:latin typeface="+mj-lt"/>
              </a:defRPr>
            </a:lvl1pPr>
            <a:lvl2pPr marL="411480" indent="0">
              <a:buNone/>
              <a:defRPr sz="1000"/>
            </a:lvl2pPr>
            <a:lvl3pPr marL="777240" indent="0">
              <a:buNone/>
              <a:defRPr sz="1000"/>
            </a:lvl3pPr>
            <a:lvl4pPr marL="1051560" indent="0">
              <a:buNone/>
              <a:defRPr sz="1000"/>
            </a:lvl4pPr>
            <a:lvl5pPr marL="1325880" indent="0">
              <a:buNone/>
              <a:defRPr sz="1000"/>
            </a:lvl5pPr>
          </a:lstStyle>
          <a:p>
            <a:pPr lvl="0"/>
            <a:r>
              <a:rPr lang="en-US" dirty="0"/>
              <a:t>Theme, project or mission name (optional)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Text Placeholder 13"/>
          <p:cNvSpPr>
            <a:spLocks noGrp="1"/>
          </p:cNvSpPr>
          <p:nvPr>
            <p:ph type="body" sz="quarter" idx="14" hasCustomPrompt="1"/>
          </p:nvPr>
        </p:nvSpPr>
        <p:spPr>
          <a:xfrm>
            <a:off x="254000" y="757179"/>
            <a:ext cx="8514080" cy="350262"/>
          </a:xfrm>
          <a:prstGeom prst="rect">
            <a:avLst/>
          </a:prstGeom>
        </p:spPr>
        <p:txBody>
          <a:bodyPr vert="horz">
            <a:noAutofit/>
          </a:bodyPr>
          <a:lstStyle>
            <a:lvl1pPr marL="0" indent="0">
              <a:buFontTx/>
              <a:buNone/>
              <a:defRPr sz="2000" baseline="0">
                <a:solidFill>
                  <a:srgbClr val="000000"/>
                </a:solidFill>
              </a:defRPr>
            </a:lvl1pPr>
            <a:lvl2pPr marL="457200" indent="0">
              <a:buFontTx/>
              <a:buNone/>
              <a:defRPr sz="2000"/>
            </a:lvl2pPr>
            <a:lvl3pPr marL="914400" indent="0">
              <a:buFontTx/>
              <a:buNone/>
              <a:defRPr sz="2000"/>
            </a:lvl3pPr>
            <a:lvl4pPr marL="1371600" indent="0">
              <a:buFontTx/>
              <a:buNone/>
              <a:defRPr sz="2000"/>
            </a:lvl4pPr>
            <a:lvl5pPr marL="1828800" indent="0">
              <a:buFontTx/>
              <a:buNone/>
              <a:defRPr sz="2000"/>
            </a:lvl5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21" name="Content Placeholder 2"/>
          <p:cNvSpPr>
            <a:spLocks noGrp="1"/>
          </p:cNvSpPr>
          <p:nvPr>
            <p:ph sz="quarter" idx="19"/>
          </p:nvPr>
        </p:nvSpPr>
        <p:spPr>
          <a:xfrm>
            <a:off x="254000" y="2137092"/>
            <a:ext cx="3211513" cy="238410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2" name="Text Placeholder 2"/>
          <p:cNvSpPr>
            <a:spLocks noGrp="1"/>
          </p:cNvSpPr>
          <p:nvPr>
            <p:ph type="body" idx="24" hasCustomPrompt="1"/>
          </p:nvPr>
        </p:nvSpPr>
        <p:spPr>
          <a:xfrm>
            <a:off x="254000" y="1497330"/>
            <a:ext cx="3211513" cy="639762"/>
          </a:xfrm>
        </p:spPr>
        <p:txBody>
          <a:bodyPr anchor="b">
            <a:noAutofit/>
          </a:bodyPr>
          <a:lstStyle>
            <a:lvl1pPr marL="0" indent="0">
              <a:buFont typeface="Arial"/>
              <a:buNone/>
              <a:defRPr sz="16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23" name="Content Placeholder 11"/>
          <p:cNvSpPr>
            <a:spLocks noGrp="1"/>
          </p:cNvSpPr>
          <p:nvPr>
            <p:ph sz="quarter" idx="20"/>
          </p:nvPr>
        </p:nvSpPr>
        <p:spPr>
          <a:xfrm>
            <a:off x="3638844" y="1497329"/>
            <a:ext cx="5129236" cy="3023869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TextBox 12"/>
          <p:cNvSpPr txBox="1"/>
          <p:nvPr userDrawn="1"/>
        </p:nvSpPr>
        <p:spPr>
          <a:xfrm>
            <a:off x="7810218" y="4719637"/>
            <a:ext cx="1233549" cy="423864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r"/>
            <a:r>
              <a:rPr lang="en-US" sz="1000" b="1" kern="0" spc="70" dirty="0">
                <a:solidFill>
                  <a:srgbClr val="6083AA"/>
                </a:solidFill>
              </a:rPr>
              <a:t>jpl.nasa.gov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5"/>
          </p:nvPr>
        </p:nvSpPr>
        <p:spPr/>
        <p:txBody>
          <a:bodyPr/>
          <a:lstStyle/>
          <a:p>
            <a:fld id="{8D18AFA9-C13B-4E9A-A7F0-C8B20BE5ADB5}" type="datetime1">
              <a:rPr lang="en-US" smtClean="0"/>
              <a:t>9/1/25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r>
              <a:rPr lang="en-US"/>
              <a:t>For required markings, please visit https://mh.jpl.nasa.gov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27"/>
          </p:nvPr>
        </p:nvSpPr>
        <p:spPr/>
        <p:txBody>
          <a:bodyPr/>
          <a:lstStyle/>
          <a:p>
            <a:fld id="{0E0E1749-0B7E-403A-A9A7-95F2ED1F2891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16589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4"/>
          <p:cNvSpPr>
            <a:spLocks noGrp="1"/>
          </p:cNvSpPr>
          <p:nvPr>
            <p:ph type="body" sz="quarter" idx="17" hasCustomPrompt="1"/>
          </p:nvPr>
        </p:nvSpPr>
        <p:spPr>
          <a:xfrm>
            <a:off x="254000" y="132080"/>
            <a:ext cx="8514080" cy="20597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buNone/>
              <a:tabLst/>
              <a:defRPr sz="800" baseline="0">
                <a:solidFill>
                  <a:schemeClr val="bg1">
                    <a:lumMod val="50000"/>
                  </a:schemeClr>
                </a:solidFill>
                <a:latin typeface="+mj-lt"/>
              </a:defRPr>
            </a:lvl1pPr>
            <a:lvl2pPr marL="411480" indent="0">
              <a:buNone/>
              <a:defRPr sz="1000"/>
            </a:lvl2pPr>
            <a:lvl3pPr marL="777240" indent="0">
              <a:buNone/>
              <a:defRPr sz="1000"/>
            </a:lvl3pPr>
            <a:lvl4pPr marL="1051560" indent="0">
              <a:buNone/>
              <a:defRPr sz="1000"/>
            </a:lvl4pPr>
            <a:lvl5pPr marL="1325880" indent="0">
              <a:buNone/>
              <a:defRPr sz="1000"/>
            </a:lvl5pPr>
          </a:lstStyle>
          <a:p>
            <a:pPr lvl="0"/>
            <a:r>
              <a:rPr lang="en-US" dirty="0"/>
              <a:t>Theme, project or mission name (optional)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Text Placeholder 13"/>
          <p:cNvSpPr>
            <a:spLocks noGrp="1"/>
          </p:cNvSpPr>
          <p:nvPr>
            <p:ph type="body" sz="quarter" idx="14" hasCustomPrompt="1"/>
          </p:nvPr>
        </p:nvSpPr>
        <p:spPr>
          <a:xfrm>
            <a:off x="254000" y="757179"/>
            <a:ext cx="8514080" cy="350262"/>
          </a:xfrm>
          <a:prstGeom prst="rect">
            <a:avLst/>
          </a:prstGeom>
        </p:spPr>
        <p:txBody>
          <a:bodyPr vert="horz">
            <a:noAutofit/>
          </a:bodyPr>
          <a:lstStyle>
            <a:lvl1pPr marL="0" indent="0">
              <a:buFontTx/>
              <a:buNone/>
              <a:defRPr sz="2000" baseline="0">
                <a:solidFill>
                  <a:srgbClr val="000000"/>
                </a:solidFill>
              </a:defRPr>
            </a:lvl1pPr>
            <a:lvl2pPr marL="457200" indent="0">
              <a:buFontTx/>
              <a:buNone/>
              <a:defRPr sz="2000"/>
            </a:lvl2pPr>
            <a:lvl3pPr marL="914400" indent="0">
              <a:buFontTx/>
              <a:buNone/>
              <a:defRPr sz="2000"/>
            </a:lvl3pPr>
            <a:lvl4pPr marL="1371600" indent="0">
              <a:buFontTx/>
              <a:buNone/>
              <a:defRPr sz="2000"/>
            </a:lvl4pPr>
            <a:lvl5pPr marL="1828800" indent="0">
              <a:buFontTx/>
              <a:buNone/>
              <a:defRPr sz="2000"/>
            </a:lvl5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13" name="Picture Placeholder 2"/>
          <p:cNvSpPr>
            <a:spLocks noGrp="1"/>
          </p:cNvSpPr>
          <p:nvPr>
            <p:ph type="pic" idx="1"/>
          </p:nvPr>
        </p:nvSpPr>
        <p:spPr>
          <a:xfrm>
            <a:off x="254000" y="1497330"/>
            <a:ext cx="5129236" cy="302386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14" name="Content Placeholder 2"/>
          <p:cNvSpPr>
            <a:spLocks noGrp="1"/>
          </p:cNvSpPr>
          <p:nvPr>
            <p:ph sz="quarter" idx="19"/>
          </p:nvPr>
        </p:nvSpPr>
        <p:spPr>
          <a:xfrm>
            <a:off x="5556567" y="2137092"/>
            <a:ext cx="3211513" cy="238410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6" name="Text Placeholder 2"/>
          <p:cNvSpPr>
            <a:spLocks noGrp="1"/>
          </p:cNvSpPr>
          <p:nvPr>
            <p:ph type="body" idx="24" hasCustomPrompt="1"/>
          </p:nvPr>
        </p:nvSpPr>
        <p:spPr>
          <a:xfrm>
            <a:off x="5556567" y="1497330"/>
            <a:ext cx="3211513" cy="639762"/>
          </a:xfrm>
        </p:spPr>
        <p:txBody>
          <a:bodyPr anchor="b">
            <a:noAutofit/>
          </a:bodyPr>
          <a:lstStyle>
            <a:lvl1pPr marL="0" indent="0">
              <a:buFont typeface="Arial"/>
              <a:buNone/>
              <a:defRPr sz="16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17" name="TextBox 16"/>
          <p:cNvSpPr txBox="1"/>
          <p:nvPr userDrawn="1"/>
        </p:nvSpPr>
        <p:spPr>
          <a:xfrm>
            <a:off x="7810218" y="4719637"/>
            <a:ext cx="1233549" cy="423864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r"/>
            <a:r>
              <a:rPr lang="en-US" sz="1000" b="1" kern="0" spc="70" dirty="0">
                <a:solidFill>
                  <a:srgbClr val="6083AA"/>
                </a:solidFill>
              </a:rPr>
              <a:t>jpl.nasa.gov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5"/>
          </p:nvPr>
        </p:nvSpPr>
        <p:spPr/>
        <p:txBody>
          <a:bodyPr/>
          <a:lstStyle/>
          <a:p>
            <a:fld id="{6AFA6CE4-1B8F-4F53-8FC9-315CD27786F8}" type="datetime1">
              <a:rPr lang="en-US" smtClean="0"/>
              <a:t>9/1/25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r>
              <a:rPr lang="en-US"/>
              <a:t>For required markings, please visit https://mh.jpl.nasa.gov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27"/>
          </p:nvPr>
        </p:nvSpPr>
        <p:spPr/>
        <p:txBody>
          <a:bodyPr/>
          <a:lstStyle/>
          <a:p>
            <a:fld id="{0E0E1749-0B7E-403A-A9A7-95F2ED1F2891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31118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 and Black Stri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/>
          <p:cNvSpPr/>
          <p:nvPr userDrawn="1"/>
        </p:nvSpPr>
        <p:spPr>
          <a:xfrm>
            <a:off x="0" y="1161143"/>
            <a:ext cx="9144000" cy="3558493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5" name="Text Placeholder 4"/>
          <p:cNvSpPr>
            <a:spLocks noGrp="1"/>
          </p:cNvSpPr>
          <p:nvPr>
            <p:ph type="body" sz="quarter" idx="17" hasCustomPrompt="1"/>
          </p:nvPr>
        </p:nvSpPr>
        <p:spPr>
          <a:xfrm>
            <a:off x="254000" y="132080"/>
            <a:ext cx="8514080" cy="20597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buNone/>
              <a:tabLst/>
              <a:defRPr sz="800" baseline="0">
                <a:solidFill>
                  <a:schemeClr val="bg1">
                    <a:lumMod val="50000"/>
                  </a:schemeClr>
                </a:solidFill>
                <a:latin typeface="+mj-lt"/>
              </a:defRPr>
            </a:lvl1pPr>
            <a:lvl2pPr marL="411480" indent="0">
              <a:buNone/>
              <a:defRPr sz="1000"/>
            </a:lvl2pPr>
            <a:lvl3pPr marL="777240" indent="0">
              <a:buNone/>
              <a:defRPr sz="1000"/>
            </a:lvl3pPr>
            <a:lvl4pPr marL="1051560" indent="0">
              <a:buNone/>
              <a:defRPr sz="1000"/>
            </a:lvl4pPr>
            <a:lvl5pPr marL="1325880" indent="0">
              <a:buNone/>
              <a:defRPr sz="1000"/>
            </a:lvl5pPr>
          </a:lstStyle>
          <a:p>
            <a:pPr lvl="0"/>
            <a:r>
              <a:rPr lang="en-US" dirty="0"/>
              <a:t>Theme, project or mission name (optional)</a:t>
            </a:r>
          </a:p>
        </p:txBody>
      </p:sp>
      <p:sp>
        <p:nvSpPr>
          <p:cNvPr id="16" name="Text Placeholder 13"/>
          <p:cNvSpPr>
            <a:spLocks noGrp="1"/>
          </p:cNvSpPr>
          <p:nvPr>
            <p:ph type="body" sz="quarter" idx="14" hasCustomPrompt="1"/>
          </p:nvPr>
        </p:nvSpPr>
        <p:spPr>
          <a:xfrm>
            <a:off x="254000" y="757179"/>
            <a:ext cx="8514080" cy="350262"/>
          </a:xfrm>
          <a:prstGeom prst="rect">
            <a:avLst/>
          </a:prstGeom>
        </p:spPr>
        <p:txBody>
          <a:bodyPr vert="horz">
            <a:noAutofit/>
          </a:bodyPr>
          <a:lstStyle>
            <a:lvl1pPr marL="0" indent="0">
              <a:buFontTx/>
              <a:buNone/>
              <a:defRPr sz="2000" baseline="0">
                <a:solidFill>
                  <a:srgbClr val="000000"/>
                </a:solidFill>
              </a:defRPr>
            </a:lvl1pPr>
            <a:lvl2pPr marL="457200" indent="0">
              <a:buFontTx/>
              <a:buNone/>
              <a:defRPr sz="2000"/>
            </a:lvl2pPr>
            <a:lvl3pPr marL="914400" indent="0">
              <a:buFontTx/>
              <a:buNone/>
              <a:defRPr sz="2000"/>
            </a:lvl3pPr>
            <a:lvl4pPr marL="1371600" indent="0">
              <a:buFontTx/>
              <a:buNone/>
              <a:defRPr sz="2000"/>
            </a:lvl4pPr>
            <a:lvl5pPr marL="1828800" indent="0">
              <a:buFontTx/>
              <a:buNone/>
              <a:defRPr sz="2000"/>
            </a:lvl5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0" name="TextBox 9"/>
          <p:cNvSpPr txBox="1"/>
          <p:nvPr userDrawn="1"/>
        </p:nvSpPr>
        <p:spPr>
          <a:xfrm>
            <a:off x="7810218" y="4719637"/>
            <a:ext cx="1233549" cy="423864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r"/>
            <a:r>
              <a:rPr lang="en-US" sz="1000" b="1" kern="0" spc="70" dirty="0">
                <a:solidFill>
                  <a:srgbClr val="6083AA"/>
                </a:solidFill>
              </a:rPr>
              <a:t>jpl.nasa.gov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DC96F477-1573-42B6-8124-1C5E2CCC0FDA}" type="datetime1">
              <a:rPr lang="en-US" smtClean="0"/>
              <a:t>9/1/25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r>
              <a:rPr lang="en-US"/>
              <a:t>For required markings, please visit https://mh.jpl.nasa.gov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0E0E1749-0B7E-403A-A9A7-95F2ED1F2891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7045543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 and Light Stri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/>
          <p:cNvSpPr/>
          <p:nvPr userDrawn="1"/>
        </p:nvSpPr>
        <p:spPr>
          <a:xfrm>
            <a:off x="0" y="1161143"/>
            <a:ext cx="9144000" cy="3558493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5" name="Text Placeholder 4"/>
          <p:cNvSpPr>
            <a:spLocks noGrp="1"/>
          </p:cNvSpPr>
          <p:nvPr>
            <p:ph type="body" sz="quarter" idx="17" hasCustomPrompt="1"/>
          </p:nvPr>
        </p:nvSpPr>
        <p:spPr>
          <a:xfrm>
            <a:off x="254000" y="132080"/>
            <a:ext cx="8514080" cy="20597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buNone/>
              <a:tabLst/>
              <a:defRPr sz="800" baseline="0">
                <a:solidFill>
                  <a:schemeClr val="bg1">
                    <a:lumMod val="50000"/>
                  </a:schemeClr>
                </a:solidFill>
                <a:latin typeface="+mj-lt"/>
              </a:defRPr>
            </a:lvl1pPr>
            <a:lvl2pPr marL="411480" indent="0">
              <a:buNone/>
              <a:defRPr sz="1000"/>
            </a:lvl2pPr>
            <a:lvl3pPr marL="777240" indent="0">
              <a:buNone/>
              <a:defRPr sz="1000"/>
            </a:lvl3pPr>
            <a:lvl4pPr marL="1051560" indent="0">
              <a:buNone/>
              <a:defRPr sz="1000"/>
            </a:lvl4pPr>
            <a:lvl5pPr marL="1325880" indent="0">
              <a:buNone/>
              <a:defRPr sz="1000"/>
            </a:lvl5pPr>
          </a:lstStyle>
          <a:p>
            <a:pPr lvl="0"/>
            <a:r>
              <a:rPr lang="en-US" dirty="0"/>
              <a:t>Theme, project or mission name (optional)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Text Placeholder 13"/>
          <p:cNvSpPr>
            <a:spLocks noGrp="1"/>
          </p:cNvSpPr>
          <p:nvPr>
            <p:ph type="body" sz="quarter" idx="14" hasCustomPrompt="1"/>
          </p:nvPr>
        </p:nvSpPr>
        <p:spPr>
          <a:xfrm>
            <a:off x="254000" y="757179"/>
            <a:ext cx="8514080" cy="350262"/>
          </a:xfrm>
          <a:prstGeom prst="rect">
            <a:avLst/>
          </a:prstGeom>
        </p:spPr>
        <p:txBody>
          <a:bodyPr vert="horz">
            <a:noAutofit/>
          </a:bodyPr>
          <a:lstStyle>
            <a:lvl1pPr marL="0" indent="0">
              <a:buFontTx/>
              <a:buNone/>
              <a:defRPr sz="2000" baseline="0">
                <a:solidFill>
                  <a:srgbClr val="000000"/>
                </a:solidFill>
              </a:defRPr>
            </a:lvl1pPr>
            <a:lvl2pPr marL="457200" indent="0">
              <a:buFontTx/>
              <a:buNone/>
              <a:defRPr sz="2000"/>
            </a:lvl2pPr>
            <a:lvl3pPr marL="914400" indent="0">
              <a:buFontTx/>
              <a:buNone/>
              <a:defRPr sz="2000"/>
            </a:lvl3pPr>
            <a:lvl4pPr marL="1371600" indent="0">
              <a:buFontTx/>
              <a:buNone/>
              <a:defRPr sz="2000"/>
            </a:lvl4pPr>
            <a:lvl5pPr marL="1828800" indent="0">
              <a:buFontTx/>
              <a:buNone/>
              <a:defRPr sz="2000"/>
            </a:lvl5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10" name="TextBox 9"/>
          <p:cNvSpPr txBox="1"/>
          <p:nvPr userDrawn="1"/>
        </p:nvSpPr>
        <p:spPr>
          <a:xfrm>
            <a:off x="7810218" y="4719637"/>
            <a:ext cx="1233549" cy="423864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r"/>
            <a:r>
              <a:rPr lang="en-US" sz="1000" b="1" kern="0" spc="70" dirty="0">
                <a:solidFill>
                  <a:srgbClr val="6083AA"/>
                </a:solidFill>
              </a:rPr>
              <a:t>jpl.nasa.gov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69160BD7-9A24-46F0-B588-84A24FB50E43}" type="datetime1">
              <a:rPr lang="en-US" smtClean="0"/>
              <a:t>9/1/25</a:t>
            </a:fld>
            <a:endParaRPr lang="en-US" dirty="0"/>
          </a:p>
        </p:txBody>
      </p:sp>
      <p:sp>
        <p:nvSpPr>
          <p:cNvPr id="11" name="Footer Placeholder 10"/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r>
              <a:rPr lang="en-US"/>
              <a:t>For required markings, please visit https://mh.jpl.nasa.gov</a:t>
            </a:r>
            <a:endParaRPr lang="en-US" dirty="0"/>
          </a:p>
        </p:txBody>
      </p:sp>
      <p:sp>
        <p:nvSpPr>
          <p:cNvPr id="13" name="Slide Number Placeholder 12"/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0E0E1749-0B7E-403A-A9A7-95F2ED1F2891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1383241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oter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/>
          <p:cNvSpPr txBox="1"/>
          <p:nvPr userDrawn="1"/>
        </p:nvSpPr>
        <p:spPr>
          <a:xfrm>
            <a:off x="7810218" y="4719637"/>
            <a:ext cx="1233549" cy="423864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r"/>
            <a:r>
              <a:rPr lang="en-US" sz="1000" b="1" kern="0" spc="70" dirty="0">
                <a:solidFill>
                  <a:srgbClr val="6083AA"/>
                </a:solidFill>
              </a:rPr>
              <a:t>jpl.nasa.gov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360C67-0F6D-4A63-8E63-273C3D00EFA0}" type="datetime1">
              <a:rPr lang="en-US" smtClean="0"/>
              <a:t>9/1/25</a:t>
            </a:fld>
            <a:endParaRPr lang="en-US" dirty="0"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For required markings, please visit https://mh.jpl.nasa.gov</a:t>
            </a:r>
            <a:endParaRPr lang="en-US" dirty="0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0E1749-0B7E-403A-A9A7-95F2ED1F2891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3719390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sz="quarter" idx="13" hasCustomPrompt="1"/>
          </p:nvPr>
        </p:nvSpPr>
        <p:spPr>
          <a:xfrm>
            <a:off x="467360" y="1839278"/>
            <a:ext cx="8229600" cy="1462722"/>
          </a:xfrm>
        </p:spPr>
        <p:txBody>
          <a:bodyPr anchor="ctr">
            <a:noAutofit/>
          </a:bodyPr>
          <a:lstStyle>
            <a:lvl1pPr marL="0" indent="0" algn="ctr">
              <a:buNone/>
              <a:defRPr sz="3600" baseline="0"/>
            </a:lvl1pPr>
          </a:lstStyle>
          <a:p>
            <a:pPr lvl="0"/>
            <a:r>
              <a:rPr lang="en-US" dirty="0"/>
              <a:t>Click to add section header</a:t>
            </a:r>
          </a:p>
        </p:txBody>
      </p:sp>
      <p:sp>
        <p:nvSpPr>
          <p:cNvPr id="4" name="TextBox 3"/>
          <p:cNvSpPr txBox="1"/>
          <p:nvPr userDrawn="1"/>
        </p:nvSpPr>
        <p:spPr>
          <a:xfrm>
            <a:off x="7810218" y="4719637"/>
            <a:ext cx="1233549" cy="423864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r"/>
            <a:r>
              <a:rPr lang="en-US" sz="1000" b="1" kern="0" spc="70" dirty="0">
                <a:solidFill>
                  <a:srgbClr val="6083AA"/>
                </a:solidFill>
              </a:rPr>
              <a:t>jpl.nasa.gov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5D7FBDF3-D11F-4F70-8F9F-651D17F84E13}" type="datetime1">
              <a:rPr lang="en-US" smtClean="0"/>
              <a:t>9/1/25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For required markings, please visit https://mh.jpl.nasa.gov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0E0E1749-0B7E-403A-A9A7-95F2ED1F2891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1211712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_Gray">
    <p:bg>
      <p:bgPr>
        <a:solidFill>
          <a:schemeClr val="bg1">
            <a:lumMod val="6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sz="quarter" idx="13" hasCustomPrompt="1"/>
          </p:nvPr>
        </p:nvSpPr>
        <p:spPr>
          <a:xfrm>
            <a:off x="467360" y="1839278"/>
            <a:ext cx="8229600" cy="1462722"/>
          </a:xfrm>
        </p:spPr>
        <p:txBody>
          <a:bodyPr anchor="ctr">
            <a:noAutofit/>
          </a:bodyPr>
          <a:lstStyle>
            <a:lvl1pPr marL="0" indent="0" algn="ctr">
              <a:buNone/>
              <a:defRPr sz="360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add section header</a:t>
            </a:r>
          </a:p>
        </p:txBody>
      </p:sp>
      <p:sp>
        <p:nvSpPr>
          <p:cNvPr id="4" name="TextBox 3"/>
          <p:cNvSpPr txBox="1"/>
          <p:nvPr userDrawn="1"/>
        </p:nvSpPr>
        <p:spPr>
          <a:xfrm>
            <a:off x="7810218" y="4719637"/>
            <a:ext cx="1233549" cy="423864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r"/>
            <a:r>
              <a:rPr lang="en-US" sz="1000" b="1" kern="0" spc="70" dirty="0">
                <a:solidFill>
                  <a:srgbClr val="6083AA"/>
                </a:solidFill>
              </a:rPr>
              <a:t>jpl.nasa.gov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518357F6-0510-479E-9626-ED401C3312BA}" type="datetime1">
              <a:rPr lang="en-US" smtClean="0"/>
              <a:t>9/1/25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For required markings, please visit https://mh.jpl.nasa.gov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0E0E1749-0B7E-403A-A9A7-95F2ED1F2891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3369022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EA867B-514B-4F27-82D6-3C76A0181DB0}" type="datetime1">
              <a:rPr lang="en-US" smtClean="0"/>
              <a:t>9/1/25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For required markings, please visit https://mh.jpl.nasa.gov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0E1749-0B7E-403A-A9A7-95F2ED1F2891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5872495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Straight Connector 3"/>
          <p:cNvCxnSpPr/>
          <p:nvPr userDrawn="1"/>
        </p:nvCxnSpPr>
        <p:spPr>
          <a:xfrm>
            <a:off x="2538518" y="2571750"/>
            <a:ext cx="4057288" cy="0"/>
          </a:xfrm>
          <a:prstGeom prst="line">
            <a:avLst/>
          </a:prstGeom>
          <a:ln w="6350" cmpd="sng">
            <a:solidFill>
              <a:schemeClr val="bg1">
                <a:lumMod val="65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 userDrawn="1"/>
        </p:nvSpPr>
        <p:spPr>
          <a:xfrm>
            <a:off x="1" y="2790066"/>
            <a:ext cx="9144000" cy="400153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ctr"/>
            <a:r>
              <a:rPr lang="en-US" sz="2000" kern="0" spc="70" dirty="0">
                <a:solidFill>
                  <a:schemeClr val="accent1"/>
                </a:solidFill>
              </a:rPr>
              <a:t>jpl.nasa.gov</a:t>
            </a:r>
          </a:p>
        </p:txBody>
      </p:sp>
      <p:pic>
        <p:nvPicPr>
          <p:cNvPr id="6" name="Picture 5" descr="Tribrand_ColorBlack_rgb_16x3_160601.png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38518" y="1381408"/>
            <a:ext cx="4057288" cy="1127024"/>
          </a:xfrm>
          <a:prstGeom prst="rect">
            <a:avLst/>
          </a:prstGeom>
        </p:spPr>
      </p:pic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D6A7BB-C868-4082-9DAC-3FE8412AC8FD}" type="datetime1">
              <a:rPr lang="en-US" smtClean="0"/>
              <a:t>9/1/25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For required markings, please visit https://mh.jpl.nasa.gov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0E1749-0B7E-403A-A9A7-95F2ED1F2891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2205314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 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Tribrand_ColorBlack_rgb_16x3_160601.png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43356" y="2008238"/>
            <a:ext cx="4057288" cy="1127024"/>
          </a:xfrm>
          <a:prstGeom prst="rect">
            <a:avLst/>
          </a:prstGeom>
        </p:spPr>
      </p:pic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2A090E-3817-4555-91F3-FAFE914C4AAA}" type="datetime1">
              <a:rPr lang="en-US" smtClean="0"/>
              <a:t>9/1/25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For required markings, please visit https://mh.jpl.nasa.gov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0E1749-0B7E-403A-A9A7-95F2ED1F2891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7967022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_No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ext Placeholder 21"/>
          <p:cNvSpPr>
            <a:spLocks noGrp="1"/>
          </p:cNvSpPr>
          <p:nvPr>
            <p:ph type="body" sz="quarter" idx="15" hasCustomPrompt="1"/>
          </p:nvPr>
        </p:nvSpPr>
        <p:spPr>
          <a:xfrm>
            <a:off x="925513" y="1956377"/>
            <a:ext cx="7483464" cy="294801"/>
          </a:xfrm>
        </p:spPr>
        <p:txBody>
          <a:bodyPr>
            <a:noAutofit/>
          </a:bodyPr>
          <a:lstStyle>
            <a:lvl1pPr marL="0" indent="0">
              <a:buNone/>
              <a:defRPr sz="1400" baseline="0">
                <a:solidFill>
                  <a:schemeClr val="accent1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Click to Add a Theme, Project or Mission Name (optional)</a:t>
            </a:r>
          </a:p>
        </p:txBody>
      </p:sp>
      <p:sp>
        <p:nvSpPr>
          <p:cNvPr id="24" name="Text Placeholder 21"/>
          <p:cNvSpPr>
            <a:spLocks noGrp="1"/>
          </p:cNvSpPr>
          <p:nvPr>
            <p:ph type="body" sz="quarter" idx="16" hasCustomPrompt="1"/>
          </p:nvPr>
        </p:nvSpPr>
        <p:spPr>
          <a:xfrm>
            <a:off x="915352" y="2251179"/>
            <a:ext cx="7493625" cy="419202"/>
          </a:xfrm>
        </p:spPr>
        <p:txBody>
          <a:bodyPr>
            <a:noAutofit/>
          </a:bodyPr>
          <a:lstStyle>
            <a:lvl1pPr marL="0" indent="0">
              <a:buNone/>
              <a:defRPr sz="2400" b="1" baseline="0">
                <a:solidFill>
                  <a:srgbClr val="FFFFFF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Click to Edit Presentation Title</a:t>
            </a:r>
          </a:p>
        </p:txBody>
      </p:sp>
      <p:sp>
        <p:nvSpPr>
          <p:cNvPr id="25" name="Text Placeholder 21"/>
          <p:cNvSpPr>
            <a:spLocks noGrp="1"/>
          </p:cNvSpPr>
          <p:nvPr>
            <p:ph type="body" sz="quarter" idx="17" hasCustomPrompt="1"/>
          </p:nvPr>
        </p:nvSpPr>
        <p:spPr>
          <a:xfrm>
            <a:off x="925512" y="2668678"/>
            <a:ext cx="7483465" cy="826362"/>
          </a:xfrm>
        </p:spPr>
        <p:txBody>
          <a:bodyPr>
            <a:noAutofit/>
          </a:bodyPr>
          <a:lstStyle>
            <a:lvl1pPr marL="0" indent="0">
              <a:buNone/>
              <a:defRPr sz="2000" b="0" baseline="0">
                <a:solidFill>
                  <a:srgbClr val="FFFFFF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Click to Add a Presentation Subtitle</a:t>
            </a:r>
          </a:p>
        </p:txBody>
      </p:sp>
      <p:sp>
        <p:nvSpPr>
          <p:cNvPr id="26" name="Text Placeholder 21"/>
          <p:cNvSpPr>
            <a:spLocks noGrp="1"/>
          </p:cNvSpPr>
          <p:nvPr>
            <p:ph type="body" sz="quarter" idx="18" hasCustomPrompt="1"/>
          </p:nvPr>
        </p:nvSpPr>
        <p:spPr>
          <a:xfrm>
            <a:off x="915352" y="4246880"/>
            <a:ext cx="7493625" cy="497840"/>
          </a:xfrm>
        </p:spPr>
        <p:txBody>
          <a:bodyPr anchor="b">
            <a:noAutofit/>
          </a:bodyPr>
          <a:lstStyle>
            <a:lvl1pPr marL="0" indent="0">
              <a:buNone/>
              <a:defRPr sz="1000" b="0" baseline="0">
                <a:solidFill>
                  <a:srgbClr val="FFFFFF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Presented by, Job Title, Date, etc.</a:t>
            </a:r>
          </a:p>
        </p:txBody>
      </p:sp>
      <p:pic>
        <p:nvPicPr>
          <p:cNvPr id="8" name="Picture 7" descr="Tribrand_ColorWhite_rgb_16x3_160601.png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1239" y="1184382"/>
            <a:ext cx="2913350" cy="809264"/>
          </a:xfrm>
          <a:prstGeom prst="rect">
            <a:avLst/>
          </a:prstGeom>
        </p:spPr>
      </p:pic>
      <p:sp>
        <p:nvSpPr>
          <p:cNvPr id="3" name="Footer Placeholder 2"/>
          <p:cNvSpPr>
            <a:spLocks noGrp="1"/>
          </p:cNvSpPr>
          <p:nvPr>
            <p:ph type="ftr" sz="quarter" idx="20"/>
          </p:nvPr>
        </p:nvSpPr>
        <p:spPr>
          <a:xfrm>
            <a:off x="915351" y="4802823"/>
            <a:ext cx="7493625" cy="274637"/>
          </a:xfrm>
        </p:spPr>
        <p:txBody>
          <a:bodyPr/>
          <a:lstStyle>
            <a:lvl1pPr algn="l">
              <a:defRPr/>
            </a:lvl1pPr>
          </a:lstStyle>
          <a:p>
            <a:r>
              <a:rPr lang="en-US"/>
              <a:t>For required markings, please visit https://mh.jpl.nasa.gov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80955166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_Sq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13"/>
          <p:cNvSpPr>
            <a:spLocks noGrp="1"/>
          </p:cNvSpPr>
          <p:nvPr>
            <p:ph type="body" sz="quarter" idx="10" hasCustomPrompt="1"/>
          </p:nvPr>
        </p:nvSpPr>
        <p:spPr>
          <a:xfrm>
            <a:off x="5687785" y="508000"/>
            <a:ext cx="3347357" cy="826391"/>
          </a:xfrm>
        </p:spPr>
        <p:txBody>
          <a:bodyPr anchor="b">
            <a:noAutofit/>
          </a:bodyPr>
          <a:lstStyle>
            <a:lvl1pPr marL="0" indent="0" algn="ctr">
              <a:buNone/>
              <a:defRPr sz="1400">
                <a:solidFill>
                  <a:schemeClr val="accent1"/>
                </a:solidFill>
                <a:latin typeface="+mj-lt"/>
              </a:defRPr>
            </a:lvl1pPr>
            <a:lvl2pPr marL="457200" indent="0" algn="ctr">
              <a:buNone/>
              <a:defRPr sz="1400">
                <a:solidFill>
                  <a:schemeClr val="accent1"/>
                </a:solidFill>
              </a:defRPr>
            </a:lvl2pPr>
            <a:lvl3pPr marL="914400" indent="0" algn="ctr">
              <a:buNone/>
              <a:defRPr sz="1400">
                <a:solidFill>
                  <a:schemeClr val="accent1"/>
                </a:solidFill>
              </a:defRPr>
            </a:lvl3pPr>
            <a:lvl4pPr marL="1371600" indent="0" algn="ctr">
              <a:buNone/>
              <a:defRPr sz="1400">
                <a:solidFill>
                  <a:schemeClr val="accent1"/>
                </a:solidFill>
              </a:defRPr>
            </a:lvl4pPr>
            <a:lvl5pPr marL="1828800" indent="0" algn="ctr">
              <a:buNone/>
              <a:defRPr sz="140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Click to Add a Theme, Project or Mission Name (optional)</a:t>
            </a:r>
          </a:p>
        </p:txBody>
      </p:sp>
      <p:sp>
        <p:nvSpPr>
          <p:cNvPr id="15" name="Text Placeholder 13"/>
          <p:cNvSpPr>
            <a:spLocks noGrp="1"/>
          </p:cNvSpPr>
          <p:nvPr>
            <p:ph type="body" sz="quarter" idx="11" hasCustomPrompt="1"/>
          </p:nvPr>
        </p:nvSpPr>
        <p:spPr>
          <a:xfrm>
            <a:off x="5687785" y="1354711"/>
            <a:ext cx="3347357" cy="728089"/>
          </a:xfrm>
        </p:spPr>
        <p:txBody>
          <a:bodyPr anchor="t">
            <a:noAutofit/>
          </a:bodyPr>
          <a:lstStyle>
            <a:lvl1pPr marL="0" indent="0" algn="ctr">
              <a:buNone/>
              <a:defRPr sz="2200" b="1" baseline="0">
                <a:solidFill>
                  <a:srgbClr val="FFFFFF"/>
                </a:solidFill>
                <a:latin typeface="+mj-lt"/>
              </a:defRPr>
            </a:lvl1pPr>
            <a:lvl2pPr marL="457200" indent="0" algn="ctr">
              <a:buNone/>
              <a:defRPr sz="1400">
                <a:solidFill>
                  <a:schemeClr val="accent1"/>
                </a:solidFill>
              </a:defRPr>
            </a:lvl2pPr>
            <a:lvl3pPr marL="914400" indent="0" algn="ctr">
              <a:buNone/>
              <a:defRPr sz="1400">
                <a:solidFill>
                  <a:schemeClr val="accent1"/>
                </a:solidFill>
              </a:defRPr>
            </a:lvl3pPr>
            <a:lvl4pPr marL="1371600" indent="0" algn="ctr">
              <a:buNone/>
              <a:defRPr sz="1400">
                <a:solidFill>
                  <a:schemeClr val="accent1"/>
                </a:solidFill>
              </a:defRPr>
            </a:lvl4pPr>
            <a:lvl5pPr marL="1828800" indent="0" algn="ctr">
              <a:buNone/>
              <a:defRPr sz="140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Click to Edit Presentation Title</a:t>
            </a:r>
          </a:p>
        </p:txBody>
      </p:sp>
      <p:sp>
        <p:nvSpPr>
          <p:cNvPr id="19" name="Picture Placeholder 18"/>
          <p:cNvSpPr>
            <a:spLocks noGrp="1"/>
          </p:cNvSpPr>
          <p:nvPr>
            <p:ph type="pic" sz="quarter" idx="14"/>
          </p:nvPr>
        </p:nvSpPr>
        <p:spPr>
          <a:xfrm>
            <a:off x="0" y="0"/>
            <a:ext cx="5546725" cy="5143500"/>
          </a:xfrm>
        </p:spPr>
        <p:txBody>
          <a:bodyPr anchor="ctr">
            <a:noAutofit/>
          </a:bodyPr>
          <a:lstStyle>
            <a:lvl1pPr marL="0" indent="0" algn="ctr">
              <a:buNone/>
              <a:defRPr sz="1400"/>
            </a:lvl1pPr>
          </a:lstStyle>
          <a:p>
            <a:r>
              <a:rPr lang="en-US" dirty="0"/>
              <a:t>Drag picture to placeholder or click icon to add</a:t>
            </a:r>
          </a:p>
        </p:txBody>
      </p:sp>
      <p:sp>
        <p:nvSpPr>
          <p:cNvPr id="26" name="Text Placeholder 13"/>
          <p:cNvSpPr>
            <a:spLocks noGrp="1"/>
          </p:cNvSpPr>
          <p:nvPr>
            <p:ph type="body" sz="quarter" idx="15" hasCustomPrompt="1"/>
          </p:nvPr>
        </p:nvSpPr>
        <p:spPr>
          <a:xfrm>
            <a:off x="5687785" y="2164080"/>
            <a:ext cx="3347357" cy="833120"/>
          </a:xfrm>
        </p:spPr>
        <p:txBody>
          <a:bodyPr anchor="t">
            <a:noAutofit/>
          </a:bodyPr>
          <a:lstStyle>
            <a:lvl1pPr marL="0" indent="0" algn="ctr">
              <a:buNone/>
              <a:defRPr sz="1000" baseline="0">
                <a:solidFill>
                  <a:srgbClr val="FFFFFF"/>
                </a:solidFill>
                <a:latin typeface="+mj-lt"/>
              </a:defRPr>
            </a:lvl1pPr>
            <a:lvl2pPr marL="457200" indent="0" algn="ctr">
              <a:buNone/>
              <a:defRPr sz="1400">
                <a:solidFill>
                  <a:schemeClr val="accent1"/>
                </a:solidFill>
              </a:defRPr>
            </a:lvl2pPr>
            <a:lvl3pPr marL="914400" indent="0" algn="ctr">
              <a:buNone/>
              <a:defRPr sz="1400">
                <a:solidFill>
                  <a:schemeClr val="accent1"/>
                </a:solidFill>
              </a:defRPr>
            </a:lvl3pPr>
            <a:lvl4pPr marL="1371600" indent="0" algn="ctr">
              <a:buNone/>
              <a:defRPr sz="1400">
                <a:solidFill>
                  <a:schemeClr val="accent1"/>
                </a:solidFill>
              </a:defRPr>
            </a:lvl4pPr>
            <a:lvl5pPr marL="1828800" indent="0" algn="ctr">
              <a:buNone/>
              <a:defRPr sz="140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Presented by, Job Title, Date, etc.</a:t>
            </a:r>
          </a:p>
        </p:txBody>
      </p:sp>
      <p:pic>
        <p:nvPicPr>
          <p:cNvPr id="8" name="Picture 7" descr="Tribrand_ColorWhite_rgb_16x3_160601.png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78534" y="3921596"/>
            <a:ext cx="2913350" cy="809264"/>
          </a:xfrm>
          <a:prstGeom prst="rect">
            <a:avLst/>
          </a:prstGeom>
        </p:spPr>
      </p:pic>
      <p:sp>
        <p:nvSpPr>
          <p:cNvPr id="3" name="Footer Placeholder 2"/>
          <p:cNvSpPr>
            <a:spLocks noGrp="1"/>
          </p:cNvSpPr>
          <p:nvPr>
            <p:ph type="ftr" sz="quarter" idx="17"/>
          </p:nvPr>
        </p:nvSpPr>
        <p:spPr>
          <a:xfrm>
            <a:off x="5687784" y="4802823"/>
            <a:ext cx="3347357" cy="274637"/>
          </a:xfrm>
        </p:spPr>
        <p:txBody>
          <a:bodyPr/>
          <a:lstStyle/>
          <a:p>
            <a:r>
              <a:rPr lang="en-US"/>
              <a:t>For required markings, please visit https://mh.jpl.nasa.gov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4270326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_Horz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8"/>
          <p:cNvSpPr>
            <a:spLocks noGrp="1"/>
          </p:cNvSpPr>
          <p:nvPr>
            <p:ph type="pic" sz="quarter" idx="14"/>
          </p:nvPr>
        </p:nvSpPr>
        <p:spPr>
          <a:xfrm>
            <a:off x="0" y="0"/>
            <a:ext cx="9144000" cy="3417503"/>
          </a:xfrm>
        </p:spPr>
        <p:txBody>
          <a:bodyPr anchor="ctr">
            <a:noAutofit/>
          </a:bodyPr>
          <a:lstStyle>
            <a:lvl1pPr marL="0" marR="0" indent="0" algn="ctr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bg1">
                  <a:lumMod val="50000"/>
                </a:schemeClr>
              </a:buClr>
              <a:buSzTx/>
              <a:buFont typeface="Arial"/>
              <a:buNone/>
              <a:tabLst/>
              <a:defRPr sz="1400"/>
            </a:lvl1pPr>
          </a:lstStyle>
          <a:p>
            <a:r>
              <a:rPr lang="en-US" dirty="0"/>
              <a:t>Drag picture to placeholder or click icon to add</a:t>
            </a:r>
          </a:p>
        </p:txBody>
      </p:sp>
      <p:sp>
        <p:nvSpPr>
          <p:cNvPr id="14" name="Text Placeholder 13"/>
          <p:cNvSpPr>
            <a:spLocks noGrp="1"/>
          </p:cNvSpPr>
          <p:nvPr>
            <p:ph type="body" sz="quarter" idx="16" hasCustomPrompt="1"/>
          </p:nvPr>
        </p:nvSpPr>
        <p:spPr>
          <a:xfrm>
            <a:off x="369198" y="3773210"/>
            <a:ext cx="7139042" cy="430183"/>
          </a:xfrm>
        </p:spPr>
        <p:txBody>
          <a:bodyPr>
            <a:noAutofit/>
          </a:bodyPr>
          <a:lstStyle>
            <a:lvl1pPr marL="0" indent="0">
              <a:buNone/>
              <a:defRPr sz="2200" b="1">
                <a:latin typeface="+mj-lt"/>
              </a:defRPr>
            </a:lvl1pPr>
            <a:lvl2pPr marL="457200" indent="0">
              <a:buNone/>
              <a:defRPr sz="2200" b="1">
                <a:latin typeface="+mj-lt"/>
              </a:defRPr>
            </a:lvl2pPr>
            <a:lvl3pPr marL="914400" indent="0">
              <a:buNone/>
              <a:defRPr sz="2200" b="1">
                <a:latin typeface="+mj-lt"/>
              </a:defRPr>
            </a:lvl3pPr>
            <a:lvl4pPr marL="1371600" indent="0">
              <a:buNone/>
              <a:defRPr sz="2200" b="1">
                <a:latin typeface="+mj-lt"/>
              </a:defRPr>
            </a:lvl4pPr>
            <a:lvl5pPr marL="1828800" indent="0">
              <a:buNone/>
              <a:defRPr sz="2200" b="1">
                <a:latin typeface="+mj-lt"/>
              </a:defRPr>
            </a:lvl5pPr>
          </a:lstStyle>
          <a:p>
            <a:pPr lvl="0"/>
            <a:r>
              <a:rPr lang="en-US" dirty="0"/>
              <a:t>Click to Edit Presentation Title</a:t>
            </a:r>
          </a:p>
        </p:txBody>
      </p:sp>
      <p:sp>
        <p:nvSpPr>
          <p:cNvPr id="17" name="Text Placeholder 16"/>
          <p:cNvSpPr>
            <a:spLocks noGrp="1"/>
          </p:cNvSpPr>
          <p:nvPr>
            <p:ph type="body" sz="quarter" idx="17" hasCustomPrompt="1"/>
          </p:nvPr>
        </p:nvSpPr>
        <p:spPr>
          <a:xfrm>
            <a:off x="369198" y="4479716"/>
            <a:ext cx="5605049" cy="355600"/>
          </a:xfrm>
        </p:spPr>
        <p:txBody>
          <a:bodyPr anchor="b">
            <a:noAutofit/>
          </a:bodyPr>
          <a:lstStyle>
            <a:lvl1pPr marL="0" indent="0">
              <a:buNone/>
              <a:defRPr sz="1000" baseline="0"/>
            </a:lvl1pPr>
            <a:lvl2pPr marL="457200" indent="0">
              <a:buNone/>
              <a:defRPr sz="1000"/>
            </a:lvl2pPr>
            <a:lvl3pPr marL="914400" indent="0">
              <a:buNone/>
              <a:defRPr sz="10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</a:lstStyle>
          <a:p>
            <a:pPr lvl="0"/>
            <a:r>
              <a:rPr lang="en-US" dirty="0"/>
              <a:t>Presented by, Job Title, Date, etc.</a:t>
            </a:r>
          </a:p>
        </p:txBody>
      </p:sp>
      <p:sp>
        <p:nvSpPr>
          <p:cNvPr id="21" name="Text Placeholder 20"/>
          <p:cNvSpPr>
            <a:spLocks noGrp="1"/>
          </p:cNvSpPr>
          <p:nvPr>
            <p:ph type="body" sz="quarter" idx="19" hasCustomPrompt="1"/>
          </p:nvPr>
        </p:nvSpPr>
        <p:spPr>
          <a:xfrm>
            <a:off x="369196" y="3488175"/>
            <a:ext cx="7139043" cy="285035"/>
          </a:xfrm>
        </p:spPr>
        <p:txBody>
          <a:bodyPr>
            <a:noAutofit/>
          </a:bodyPr>
          <a:lstStyle>
            <a:lvl1pPr marL="0" indent="0">
              <a:buNone/>
              <a:defRPr sz="1400">
                <a:solidFill>
                  <a:schemeClr val="accent1"/>
                </a:solidFill>
              </a:defRPr>
            </a:lvl1pPr>
            <a:lvl2pPr marL="457200" indent="0">
              <a:buNone/>
              <a:defRPr sz="1400">
                <a:solidFill>
                  <a:schemeClr val="accent1"/>
                </a:solidFill>
              </a:defRPr>
            </a:lvl2pPr>
            <a:lvl3pPr marL="914400" indent="0">
              <a:buNone/>
              <a:defRPr sz="1400">
                <a:solidFill>
                  <a:schemeClr val="accent1"/>
                </a:solidFill>
              </a:defRPr>
            </a:lvl3pPr>
            <a:lvl4pPr marL="1371600" indent="0">
              <a:buNone/>
              <a:defRPr sz="1400">
                <a:solidFill>
                  <a:schemeClr val="accent1"/>
                </a:solidFill>
              </a:defRPr>
            </a:lvl4pPr>
            <a:lvl5pPr marL="1828800" indent="0">
              <a:buNone/>
              <a:defRPr sz="140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Click to Add a Theme, Project or Mission Name (optional)</a:t>
            </a:r>
          </a:p>
        </p:txBody>
      </p:sp>
      <p:pic>
        <p:nvPicPr>
          <p:cNvPr id="9" name="Picture 8" descr="Tribrand_ColorWhite_rgb_16x3_160601.png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74246" y="4219781"/>
            <a:ext cx="2913350" cy="809264"/>
          </a:xfrm>
          <a:prstGeom prst="rect">
            <a:avLst/>
          </a:prstGeom>
        </p:spPr>
      </p:pic>
      <p:sp>
        <p:nvSpPr>
          <p:cNvPr id="3" name="Footer Placeholder 2"/>
          <p:cNvSpPr>
            <a:spLocks noGrp="1"/>
          </p:cNvSpPr>
          <p:nvPr>
            <p:ph type="ftr" sz="quarter" idx="21"/>
          </p:nvPr>
        </p:nvSpPr>
        <p:spPr>
          <a:xfrm>
            <a:off x="369198" y="4802823"/>
            <a:ext cx="5605049" cy="274637"/>
          </a:xfrm>
        </p:spPr>
        <p:txBody>
          <a:bodyPr/>
          <a:lstStyle>
            <a:lvl1pPr algn="l">
              <a:defRPr/>
            </a:lvl1pPr>
          </a:lstStyle>
          <a:p>
            <a:r>
              <a:rPr lang="en-US"/>
              <a:t>For required markings, please visit https://mh.jpl.nasa.gov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20292169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4"/>
          <p:cNvSpPr>
            <a:spLocks noGrp="1"/>
          </p:cNvSpPr>
          <p:nvPr>
            <p:ph type="body" sz="quarter" idx="17" hasCustomPrompt="1"/>
          </p:nvPr>
        </p:nvSpPr>
        <p:spPr>
          <a:xfrm>
            <a:off x="254000" y="132080"/>
            <a:ext cx="8514080" cy="20597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buNone/>
              <a:tabLst/>
              <a:defRPr sz="800" baseline="0">
                <a:solidFill>
                  <a:schemeClr val="bg1">
                    <a:lumMod val="50000"/>
                  </a:schemeClr>
                </a:solidFill>
                <a:latin typeface="+mj-lt"/>
              </a:defRPr>
            </a:lvl1pPr>
            <a:lvl2pPr marL="411480" indent="0">
              <a:buNone/>
              <a:defRPr sz="1000"/>
            </a:lvl2pPr>
            <a:lvl3pPr marL="777240" indent="0">
              <a:buNone/>
              <a:defRPr sz="1000"/>
            </a:lvl3pPr>
            <a:lvl4pPr marL="1051560" indent="0">
              <a:buNone/>
              <a:defRPr sz="1000"/>
            </a:lvl4pPr>
            <a:lvl5pPr marL="1325880" indent="0">
              <a:buNone/>
              <a:defRPr sz="1000"/>
            </a:lvl5pPr>
          </a:lstStyle>
          <a:p>
            <a:pPr lvl="0"/>
            <a:r>
              <a:rPr lang="en-US" dirty="0"/>
              <a:t>Theme, project or mission name (optional)</a:t>
            </a:r>
          </a:p>
        </p:txBody>
      </p:sp>
      <p:sp>
        <p:nvSpPr>
          <p:cNvPr id="10" name="Content Placeholder 2"/>
          <p:cNvSpPr>
            <a:spLocks noGrp="1"/>
          </p:cNvSpPr>
          <p:nvPr>
            <p:ph sz="quarter" idx="19"/>
          </p:nvPr>
        </p:nvSpPr>
        <p:spPr>
          <a:xfrm>
            <a:off x="1412240" y="1602106"/>
            <a:ext cx="6319520" cy="2719386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20"/>
          </p:nvPr>
        </p:nvSpPr>
        <p:spPr/>
        <p:txBody>
          <a:bodyPr/>
          <a:lstStyle/>
          <a:p>
            <a:fld id="{8C27A7D9-79A5-4F31-811A-2700B483370C}" type="datetime1">
              <a:rPr lang="en-US" smtClean="0"/>
              <a:t>9/1/25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r>
              <a:rPr lang="en-US"/>
              <a:t>For required markings, please visit https://mh.jpl.nasa.gov</a:t>
            </a:r>
            <a:endParaRPr lang="en-US" dirty="0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8C68ADBD-3616-4318-B5FF-7C1BB362CA5A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9" name="TextBox 8"/>
          <p:cNvSpPr txBox="1"/>
          <p:nvPr userDrawn="1"/>
        </p:nvSpPr>
        <p:spPr>
          <a:xfrm>
            <a:off x="7810218" y="4719637"/>
            <a:ext cx="1233549" cy="423864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r"/>
            <a:r>
              <a:rPr lang="en-US" sz="1000" b="1" kern="0" spc="70" dirty="0">
                <a:solidFill>
                  <a:srgbClr val="6083AA"/>
                </a:solidFill>
              </a:rPr>
              <a:t>jpl.nasa.gov</a:t>
            </a:r>
          </a:p>
        </p:txBody>
      </p:sp>
    </p:spTree>
    <p:extLst>
      <p:ext uri="{BB962C8B-B14F-4D97-AF65-F5344CB8AC3E}">
        <p14:creationId xmlns:p14="http://schemas.microsoft.com/office/powerpoint/2010/main" val="391532396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4"/>
          <p:cNvSpPr>
            <a:spLocks noGrp="1"/>
          </p:cNvSpPr>
          <p:nvPr>
            <p:ph type="body" sz="quarter" idx="17" hasCustomPrompt="1"/>
          </p:nvPr>
        </p:nvSpPr>
        <p:spPr>
          <a:xfrm>
            <a:off x="254000" y="132080"/>
            <a:ext cx="8514080" cy="20597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buNone/>
              <a:tabLst/>
              <a:defRPr sz="800" baseline="0">
                <a:solidFill>
                  <a:schemeClr val="bg1">
                    <a:lumMod val="50000"/>
                  </a:schemeClr>
                </a:solidFill>
                <a:latin typeface="+mj-lt"/>
              </a:defRPr>
            </a:lvl1pPr>
            <a:lvl2pPr marL="411480" indent="0">
              <a:buNone/>
              <a:defRPr sz="1000"/>
            </a:lvl2pPr>
            <a:lvl3pPr marL="777240" indent="0">
              <a:buNone/>
              <a:defRPr sz="1000"/>
            </a:lvl3pPr>
            <a:lvl4pPr marL="1051560" indent="0">
              <a:buNone/>
              <a:defRPr sz="1000"/>
            </a:lvl4pPr>
            <a:lvl5pPr marL="1325880" indent="0">
              <a:buNone/>
              <a:defRPr sz="1000"/>
            </a:lvl5pPr>
          </a:lstStyle>
          <a:p>
            <a:pPr lvl="0"/>
            <a:r>
              <a:rPr lang="en-US" dirty="0"/>
              <a:t>Theme, project or mission name (optional)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4DFFDBDF-FD53-4339-9B2B-8D4083A87E6A}" type="datetime1">
              <a:rPr lang="en-US" smtClean="0"/>
              <a:t>9/1/25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r>
              <a:rPr lang="en-US"/>
              <a:t>For required markings, please visit https://mh.jpl.nasa.gov</a:t>
            </a:r>
            <a:endParaRPr lang="en-US" dirty="0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275C533D-D968-4A70-91E2-44C7FEDAA0E0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0" name="TextBox 9"/>
          <p:cNvSpPr txBox="1"/>
          <p:nvPr userDrawn="1"/>
        </p:nvSpPr>
        <p:spPr>
          <a:xfrm>
            <a:off x="7810218" y="4719637"/>
            <a:ext cx="1233549" cy="423864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r"/>
            <a:r>
              <a:rPr lang="en-US" sz="1000" b="1" kern="0" spc="70" dirty="0">
                <a:solidFill>
                  <a:srgbClr val="6083AA"/>
                </a:solidFill>
              </a:rPr>
              <a:t>jpl.nasa.gov</a:t>
            </a:r>
          </a:p>
        </p:txBody>
      </p:sp>
    </p:spTree>
    <p:extLst>
      <p:ext uri="{BB962C8B-B14F-4D97-AF65-F5344CB8AC3E}">
        <p14:creationId xmlns:p14="http://schemas.microsoft.com/office/powerpoint/2010/main" val="416787434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4"/>
          <p:cNvSpPr>
            <a:spLocks noGrp="1"/>
          </p:cNvSpPr>
          <p:nvPr>
            <p:ph type="body" sz="quarter" idx="17" hasCustomPrompt="1"/>
          </p:nvPr>
        </p:nvSpPr>
        <p:spPr>
          <a:xfrm>
            <a:off x="254000" y="132080"/>
            <a:ext cx="8514080" cy="20597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buNone/>
              <a:tabLst/>
              <a:defRPr sz="800" baseline="0">
                <a:solidFill>
                  <a:schemeClr val="bg1">
                    <a:lumMod val="50000"/>
                  </a:schemeClr>
                </a:solidFill>
                <a:latin typeface="+mj-lt"/>
              </a:defRPr>
            </a:lvl1pPr>
            <a:lvl2pPr marL="411480" indent="0">
              <a:buNone/>
              <a:defRPr sz="1000"/>
            </a:lvl2pPr>
            <a:lvl3pPr marL="777240" indent="0">
              <a:buNone/>
              <a:defRPr sz="1000"/>
            </a:lvl3pPr>
            <a:lvl4pPr marL="1051560" indent="0">
              <a:buNone/>
              <a:defRPr sz="1000"/>
            </a:lvl4pPr>
            <a:lvl5pPr marL="1325880" indent="0">
              <a:buNone/>
              <a:defRPr sz="1000"/>
            </a:lvl5pPr>
          </a:lstStyle>
          <a:p>
            <a:pPr lvl="0"/>
            <a:r>
              <a:rPr lang="en-US" dirty="0"/>
              <a:t>Theme, project or mission name (optional)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3" name="Content Placeholder 2"/>
          <p:cNvSpPr>
            <a:spLocks noGrp="1"/>
          </p:cNvSpPr>
          <p:nvPr>
            <p:ph sz="quarter" idx="19"/>
          </p:nvPr>
        </p:nvSpPr>
        <p:spPr>
          <a:xfrm>
            <a:off x="1412240" y="1602106"/>
            <a:ext cx="6319520" cy="2719386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20"/>
          </p:nvPr>
        </p:nvSpPr>
        <p:spPr/>
        <p:txBody>
          <a:bodyPr/>
          <a:lstStyle/>
          <a:p>
            <a:fld id="{FF51E6BA-1B59-444E-9924-1C6BFE86556B}" type="datetime1">
              <a:rPr lang="en-US" smtClean="0"/>
              <a:t>9/1/25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r>
              <a:rPr lang="en-US"/>
              <a:t>For required markings, please visit https://mh.jpl.nasa.gov</a:t>
            </a:r>
            <a:endParaRPr lang="en-US" dirty="0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F9DDD08E-B43C-483A-B1DD-9BEB0BDDDDA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0" name="TextBox 9"/>
          <p:cNvSpPr txBox="1"/>
          <p:nvPr userDrawn="1"/>
        </p:nvSpPr>
        <p:spPr>
          <a:xfrm>
            <a:off x="7810218" y="4719637"/>
            <a:ext cx="1233549" cy="423864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r"/>
            <a:r>
              <a:rPr lang="en-US" sz="1000" b="1" kern="0" spc="70" dirty="0">
                <a:solidFill>
                  <a:srgbClr val="6083AA"/>
                </a:solidFill>
              </a:rPr>
              <a:t>jpl.nasa.gov</a:t>
            </a:r>
          </a:p>
        </p:txBody>
      </p:sp>
    </p:spTree>
    <p:extLst>
      <p:ext uri="{BB962C8B-B14F-4D97-AF65-F5344CB8AC3E}">
        <p14:creationId xmlns:p14="http://schemas.microsoft.com/office/powerpoint/2010/main" val="2431658450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4"/>
          <p:cNvSpPr>
            <a:spLocks noGrp="1"/>
          </p:cNvSpPr>
          <p:nvPr>
            <p:ph type="body" sz="quarter" idx="17" hasCustomPrompt="1"/>
          </p:nvPr>
        </p:nvSpPr>
        <p:spPr>
          <a:xfrm>
            <a:off x="254000" y="132080"/>
            <a:ext cx="8514080" cy="20597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buNone/>
              <a:tabLst/>
              <a:defRPr sz="800" baseline="0">
                <a:solidFill>
                  <a:schemeClr val="bg1">
                    <a:lumMod val="50000"/>
                  </a:schemeClr>
                </a:solidFill>
                <a:latin typeface="+mj-lt"/>
              </a:defRPr>
            </a:lvl1pPr>
            <a:lvl2pPr marL="411480" indent="0">
              <a:buNone/>
              <a:defRPr sz="1000"/>
            </a:lvl2pPr>
            <a:lvl3pPr marL="777240" indent="0">
              <a:buNone/>
              <a:defRPr sz="1000"/>
            </a:lvl3pPr>
            <a:lvl4pPr marL="1051560" indent="0">
              <a:buNone/>
              <a:defRPr sz="1000"/>
            </a:lvl4pPr>
            <a:lvl5pPr marL="1325880" indent="0">
              <a:buNone/>
              <a:defRPr sz="1000"/>
            </a:lvl5pPr>
          </a:lstStyle>
          <a:p>
            <a:pPr lvl="0"/>
            <a:r>
              <a:rPr lang="en-US" dirty="0"/>
              <a:t>Theme, project or mission name (optional)</a:t>
            </a:r>
          </a:p>
        </p:txBody>
      </p:sp>
      <p:sp>
        <p:nvSpPr>
          <p:cNvPr id="16" name="Text Placeholder 13"/>
          <p:cNvSpPr>
            <a:spLocks noGrp="1"/>
          </p:cNvSpPr>
          <p:nvPr>
            <p:ph type="body" sz="quarter" idx="14" hasCustomPrompt="1"/>
          </p:nvPr>
        </p:nvSpPr>
        <p:spPr>
          <a:xfrm>
            <a:off x="254000" y="757179"/>
            <a:ext cx="8514080" cy="350262"/>
          </a:xfrm>
          <a:prstGeom prst="rect">
            <a:avLst/>
          </a:prstGeom>
        </p:spPr>
        <p:txBody>
          <a:bodyPr vert="horz">
            <a:noAutofit/>
          </a:bodyPr>
          <a:lstStyle>
            <a:lvl1pPr marL="0" indent="0">
              <a:buFontTx/>
              <a:buNone/>
              <a:defRPr sz="2000" baseline="0">
                <a:solidFill>
                  <a:srgbClr val="FFFFFF"/>
                </a:solidFill>
              </a:defRPr>
            </a:lvl1pPr>
            <a:lvl2pPr marL="457200" indent="0">
              <a:buFontTx/>
              <a:buNone/>
              <a:defRPr sz="2000"/>
            </a:lvl2pPr>
            <a:lvl3pPr marL="914400" indent="0">
              <a:buFontTx/>
              <a:buNone/>
              <a:defRPr sz="2000"/>
            </a:lvl3pPr>
            <a:lvl4pPr marL="1371600" indent="0">
              <a:buFontTx/>
              <a:buNone/>
              <a:defRPr sz="2000"/>
            </a:lvl4pPr>
            <a:lvl5pPr marL="1828800" indent="0">
              <a:buFontTx/>
              <a:buNone/>
              <a:defRPr sz="2000"/>
            </a:lvl5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EAEFA50C-A13C-4DCE-AFB3-2B7442276FB3}" type="datetime1">
              <a:rPr lang="en-US" smtClean="0"/>
              <a:t>9/1/25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r>
              <a:rPr lang="en-US"/>
              <a:t>For required markings, please visit https://mh.jpl.nasa.gov</a:t>
            </a:r>
            <a:endParaRPr lang="en-US" dirty="0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C20F9084-C4B8-47CC-A340-731237DBDB5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0" name="TextBox 9"/>
          <p:cNvSpPr txBox="1"/>
          <p:nvPr userDrawn="1"/>
        </p:nvSpPr>
        <p:spPr>
          <a:xfrm>
            <a:off x="7810218" y="4719637"/>
            <a:ext cx="1233549" cy="423864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r"/>
            <a:r>
              <a:rPr lang="en-US" sz="1000" b="1" kern="0" spc="70" dirty="0">
                <a:solidFill>
                  <a:srgbClr val="6083AA"/>
                </a:solidFill>
              </a:rPr>
              <a:t>jpl.nasa.gov</a:t>
            </a:r>
          </a:p>
        </p:txBody>
      </p:sp>
    </p:spTree>
    <p:extLst>
      <p:ext uri="{BB962C8B-B14F-4D97-AF65-F5344CB8AC3E}">
        <p14:creationId xmlns:p14="http://schemas.microsoft.com/office/powerpoint/2010/main" val="235957358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4"/>
          <p:cNvSpPr>
            <a:spLocks noGrp="1"/>
          </p:cNvSpPr>
          <p:nvPr>
            <p:ph type="body" sz="quarter" idx="17" hasCustomPrompt="1"/>
          </p:nvPr>
        </p:nvSpPr>
        <p:spPr>
          <a:xfrm>
            <a:off x="254000" y="132080"/>
            <a:ext cx="8514080" cy="20597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buNone/>
              <a:tabLst/>
              <a:defRPr sz="800" baseline="0">
                <a:solidFill>
                  <a:schemeClr val="bg1">
                    <a:lumMod val="50000"/>
                  </a:schemeClr>
                </a:solidFill>
                <a:latin typeface="+mj-lt"/>
              </a:defRPr>
            </a:lvl1pPr>
            <a:lvl2pPr marL="411480" indent="0">
              <a:buNone/>
              <a:defRPr sz="1000"/>
            </a:lvl2pPr>
            <a:lvl3pPr marL="777240" indent="0">
              <a:buNone/>
              <a:defRPr sz="1000"/>
            </a:lvl3pPr>
            <a:lvl4pPr marL="1051560" indent="0">
              <a:buNone/>
              <a:defRPr sz="1000"/>
            </a:lvl4pPr>
            <a:lvl5pPr marL="1325880" indent="0">
              <a:buNone/>
              <a:defRPr sz="1000"/>
            </a:lvl5pPr>
          </a:lstStyle>
          <a:p>
            <a:pPr lvl="0"/>
            <a:r>
              <a:rPr lang="en-US" dirty="0"/>
              <a:t>Theme, project or mission name (optional)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Text Placeholder 13"/>
          <p:cNvSpPr>
            <a:spLocks noGrp="1"/>
          </p:cNvSpPr>
          <p:nvPr>
            <p:ph type="body" sz="quarter" idx="14" hasCustomPrompt="1"/>
          </p:nvPr>
        </p:nvSpPr>
        <p:spPr>
          <a:xfrm>
            <a:off x="254000" y="757179"/>
            <a:ext cx="8514080" cy="350262"/>
          </a:xfrm>
          <a:prstGeom prst="rect">
            <a:avLst/>
          </a:prstGeom>
        </p:spPr>
        <p:txBody>
          <a:bodyPr vert="horz">
            <a:noAutofit/>
          </a:bodyPr>
          <a:lstStyle>
            <a:lvl1pPr marL="0" indent="0">
              <a:buFontTx/>
              <a:buNone/>
              <a:defRPr sz="2000" baseline="0">
                <a:solidFill>
                  <a:srgbClr val="FFFFFF"/>
                </a:solidFill>
              </a:defRPr>
            </a:lvl1pPr>
            <a:lvl2pPr marL="457200" indent="0">
              <a:buFontTx/>
              <a:buNone/>
              <a:defRPr sz="2000"/>
            </a:lvl2pPr>
            <a:lvl3pPr marL="914400" indent="0">
              <a:buFontTx/>
              <a:buNone/>
              <a:defRPr sz="2000"/>
            </a:lvl3pPr>
            <a:lvl4pPr marL="1371600" indent="0">
              <a:buFontTx/>
              <a:buNone/>
              <a:defRPr sz="2000"/>
            </a:lvl4pPr>
            <a:lvl5pPr marL="1828800" indent="0">
              <a:buFontTx/>
              <a:buNone/>
              <a:defRPr sz="2000"/>
            </a:lvl5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13" name="Content Placeholder 2"/>
          <p:cNvSpPr>
            <a:spLocks noGrp="1"/>
          </p:cNvSpPr>
          <p:nvPr>
            <p:ph sz="quarter" idx="19"/>
          </p:nvPr>
        </p:nvSpPr>
        <p:spPr>
          <a:xfrm>
            <a:off x="1412240" y="1602106"/>
            <a:ext cx="6319520" cy="2719386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20"/>
          </p:nvPr>
        </p:nvSpPr>
        <p:spPr/>
        <p:txBody>
          <a:bodyPr/>
          <a:lstStyle/>
          <a:p>
            <a:fld id="{BA287370-5FF0-4902-B346-9505C44AD782}" type="datetime1">
              <a:rPr lang="en-US" smtClean="0"/>
              <a:t>9/1/25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r>
              <a:rPr lang="en-US"/>
              <a:t>For required markings, please visit https://mh.jpl.nasa.gov</a:t>
            </a:r>
            <a:endParaRPr lang="en-US" dirty="0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D53CE28F-B0E6-4C63-A7B8-EB4157A07061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0" name="TextBox 9"/>
          <p:cNvSpPr txBox="1"/>
          <p:nvPr userDrawn="1"/>
        </p:nvSpPr>
        <p:spPr>
          <a:xfrm>
            <a:off x="7810218" y="4719637"/>
            <a:ext cx="1233549" cy="423864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r"/>
            <a:r>
              <a:rPr lang="en-US" sz="1000" b="1" kern="0" spc="70" dirty="0">
                <a:solidFill>
                  <a:srgbClr val="6083AA"/>
                </a:solidFill>
              </a:rPr>
              <a:t>jpl.nasa.gov</a:t>
            </a:r>
          </a:p>
        </p:txBody>
      </p:sp>
    </p:spTree>
    <p:extLst>
      <p:ext uri="{BB962C8B-B14F-4D97-AF65-F5344CB8AC3E}">
        <p14:creationId xmlns:p14="http://schemas.microsoft.com/office/powerpoint/2010/main" val="2299581353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4"/>
          <p:cNvSpPr>
            <a:spLocks noGrp="1"/>
          </p:cNvSpPr>
          <p:nvPr>
            <p:ph type="body" sz="quarter" idx="17" hasCustomPrompt="1"/>
          </p:nvPr>
        </p:nvSpPr>
        <p:spPr>
          <a:xfrm>
            <a:off x="254000" y="132080"/>
            <a:ext cx="8514080" cy="20597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buNone/>
              <a:tabLst/>
              <a:defRPr sz="800" baseline="0">
                <a:solidFill>
                  <a:schemeClr val="bg1">
                    <a:lumMod val="50000"/>
                  </a:schemeClr>
                </a:solidFill>
                <a:latin typeface="+mj-lt"/>
              </a:defRPr>
            </a:lvl1pPr>
            <a:lvl2pPr marL="411480" indent="0">
              <a:buNone/>
              <a:defRPr sz="1000"/>
            </a:lvl2pPr>
            <a:lvl3pPr marL="777240" indent="0">
              <a:buNone/>
              <a:defRPr sz="1000"/>
            </a:lvl3pPr>
            <a:lvl4pPr marL="1051560" indent="0">
              <a:buNone/>
              <a:defRPr sz="1000"/>
            </a:lvl4pPr>
            <a:lvl5pPr marL="1325880" indent="0">
              <a:buNone/>
              <a:defRPr sz="1000"/>
            </a:lvl5pPr>
          </a:lstStyle>
          <a:p>
            <a:pPr lvl="0"/>
            <a:r>
              <a:rPr lang="en-US" dirty="0"/>
              <a:t>Theme, project or mission name (optional)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Text Placeholder 13"/>
          <p:cNvSpPr>
            <a:spLocks noGrp="1"/>
          </p:cNvSpPr>
          <p:nvPr>
            <p:ph type="body" sz="quarter" idx="14" hasCustomPrompt="1"/>
          </p:nvPr>
        </p:nvSpPr>
        <p:spPr>
          <a:xfrm>
            <a:off x="254000" y="757179"/>
            <a:ext cx="8514080" cy="350262"/>
          </a:xfrm>
          <a:prstGeom prst="rect">
            <a:avLst/>
          </a:prstGeom>
        </p:spPr>
        <p:txBody>
          <a:bodyPr vert="horz">
            <a:noAutofit/>
          </a:bodyPr>
          <a:lstStyle>
            <a:lvl1pPr marL="0" indent="0">
              <a:buFontTx/>
              <a:buNone/>
              <a:defRPr sz="2000" baseline="0">
                <a:solidFill>
                  <a:srgbClr val="FFFFFF"/>
                </a:solidFill>
              </a:defRPr>
            </a:lvl1pPr>
            <a:lvl2pPr marL="457200" indent="0">
              <a:buFontTx/>
              <a:buNone/>
              <a:defRPr sz="2000"/>
            </a:lvl2pPr>
            <a:lvl3pPr marL="914400" indent="0">
              <a:buFontTx/>
              <a:buNone/>
              <a:defRPr sz="2000"/>
            </a:lvl3pPr>
            <a:lvl4pPr marL="1371600" indent="0">
              <a:buFontTx/>
              <a:buNone/>
              <a:defRPr sz="2000"/>
            </a:lvl4pPr>
            <a:lvl5pPr marL="1828800" indent="0">
              <a:buFontTx/>
              <a:buNone/>
              <a:defRPr sz="2000"/>
            </a:lvl5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13" name="Content Placeholder 2"/>
          <p:cNvSpPr>
            <a:spLocks noGrp="1"/>
          </p:cNvSpPr>
          <p:nvPr>
            <p:ph sz="quarter" idx="19"/>
          </p:nvPr>
        </p:nvSpPr>
        <p:spPr>
          <a:xfrm>
            <a:off x="254000" y="1598613"/>
            <a:ext cx="4216400" cy="271938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4" name="Content Placeholder 11"/>
          <p:cNvSpPr>
            <a:spLocks noGrp="1"/>
          </p:cNvSpPr>
          <p:nvPr>
            <p:ph sz="quarter" idx="20"/>
          </p:nvPr>
        </p:nvSpPr>
        <p:spPr>
          <a:xfrm>
            <a:off x="4675164" y="1598612"/>
            <a:ext cx="4216400" cy="2719387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21"/>
          </p:nvPr>
        </p:nvSpPr>
        <p:spPr/>
        <p:txBody>
          <a:bodyPr/>
          <a:lstStyle/>
          <a:p>
            <a:fld id="{8813C2AF-4676-455E-83CB-EFCE637AA527}" type="datetime1">
              <a:rPr lang="en-US" smtClean="0"/>
              <a:t>9/1/25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22"/>
          </p:nvPr>
        </p:nvSpPr>
        <p:spPr/>
        <p:txBody>
          <a:bodyPr/>
          <a:lstStyle/>
          <a:p>
            <a:r>
              <a:rPr lang="en-US"/>
              <a:t>For required markings, please visit https://mh.jpl.nasa.gov</a:t>
            </a:r>
            <a:endParaRPr lang="en-US" dirty="0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23"/>
          </p:nvPr>
        </p:nvSpPr>
        <p:spPr/>
        <p:txBody>
          <a:bodyPr/>
          <a:lstStyle/>
          <a:p>
            <a:fld id="{6D81F743-FBF4-4AAB-BF1E-09D0097B96F2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1" name="TextBox 10"/>
          <p:cNvSpPr txBox="1"/>
          <p:nvPr userDrawn="1"/>
        </p:nvSpPr>
        <p:spPr>
          <a:xfrm>
            <a:off x="7810218" y="4719637"/>
            <a:ext cx="1233549" cy="423864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r"/>
            <a:r>
              <a:rPr lang="en-US" sz="1000" b="1" kern="0" spc="70" dirty="0">
                <a:solidFill>
                  <a:srgbClr val="6083AA"/>
                </a:solidFill>
              </a:rPr>
              <a:t>jpl.nasa.gov</a:t>
            </a:r>
          </a:p>
        </p:txBody>
      </p:sp>
    </p:spTree>
    <p:extLst>
      <p:ext uri="{BB962C8B-B14F-4D97-AF65-F5344CB8AC3E}">
        <p14:creationId xmlns:p14="http://schemas.microsoft.com/office/powerpoint/2010/main" val="760199483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4"/>
          <p:cNvSpPr>
            <a:spLocks noGrp="1"/>
          </p:cNvSpPr>
          <p:nvPr>
            <p:ph type="body" sz="quarter" idx="17" hasCustomPrompt="1"/>
          </p:nvPr>
        </p:nvSpPr>
        <p:spPr>
          <a:xfrm>
            <a:off x="254000" y="132080"/>
            <a:ext cx="8514080" cy="20597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buNone/>
              <a:tabLst/>
              <a:defRPr sz="800" baseline="0">
                <a:solidFill>
                  <a:schemeClr val="bg1">
                    <a:lumMod val="50000"/>
                  </a:schemeClr>
                </a:solidFill>
                <a:latin typeface="+mj-lt"/>
              </a:defRPr>
            </a:lvl1pPr>
            <a:lvl2pPr marL="411480" indent="0">
              <a:buNone/>
              <a:defRPr sz="1000"/>
            </a:lvl2pPr>
            <a:lvl3pPr marL="777240" indent="0">
              <a:buNone/>
              <a:defRPr sz="1000"/>
            </a:lvl3pPr>
            <a:lvl4pPr marL="1051560" indent="0">
              <a:buNone/>
              <a:defRPr sz="1000"/>
            </a:lvl4pPr>
            <a:lvl5pPr marL="1325880" indent="0">
              <a:buNone/>
              <a:defRPr sz="1000"/>
            </a:lvl5pPr>
          </a:lstStyle>
          <a:p>
            <a:pPr lvl="0"/>
            <a:r>
              <a:rPr lang="en-US" dirty="0"/>
              <a:t>Theme, project or mission name (optional)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Text Placeholder 13"/>
          <p:cNvSpPr>
            <a:spLocks noGrp="1"/>
          </p:cNvSpPr>
          <p:nvPr>
            <p:ph type="body" sz="quarter" idx="14" hasCustomPrompt="1"/>
          </p:nvPr>
        </p:nvSpPr>
        <p:spPr>
          <a:xfrm>
            <a:off x="254000" y="757179"/>
            <a:ext cx="8514080" cy="350262"/>
          </a:xfrm>
          <a:prstGeom prst="rect">
            <a:avLst/>
          </a:prstGeom>
        </p:spPr>
        <p:txBody>
          <a:bodyPr vert="horz">
            <a:noAutofit/>
          </a:bodyPr>
          <a:lstStyle>
            <a:lvl1pPr marL="0" indent="0">
              <a:buFontTx/>
              <a:buNone/>
              <a:defRPr sz="2000" baseline="0">
                <a:solidFill>
                  <a:srgbClr val="FFFFFF"/>
                </a:solidFill>
              </a:defRPr>
            </a:lvl1pPr>
            <a:lvl2pPr marL="457200" indent="0">
              <a:buFontTx/>
              <a:buNone/>
              <a:defRPr sz="2000"/>
            </a:lvl2pPr>
            <a:lvl3pPr marL="914400" indent="0">
              <a:buFontTx/>
              <a:buNone/>
              <a:defRPr sz="2000"/>
            </a:lvl3pPr>
            <a:lvl4pPr marL="1371600" indent="0">
              <a:buFontTx/>
              <a:buNone/>
              <a:defRPr sz="2000"/>
            </a:lvl4pPr>
            <a:lvl5pPr marL="1828800" indent="0">
              <a:buFontTx/>
              <a:buNone/>
              <a:defRPr sz="2000"/>
            </a:lvl5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13" name="Content Placeholder 2"/>
          <p:cNvSpPr>
            <a:spLocks noGrp="1"/>
          </p:cNvSpPr>
          <p:nvPr>
            <p:ph sz="quarter" idx="19"/>
          </p:nvPr>
        </p:nvSpPr>
        <p:spPr>
          <a:xfrm>
            <a:off x="254000" y="2137092"/>
            <a:ext cx="4216400" cy="2384107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4" name="Content Placeholder 11"/>
          <p:cNvSpPr>
            <a:spLocks noGrp="1"/>
          </p:cNvSpPr>
          <p:nvPr>
            <p:ph sz="quarter" idx="20"/>
          </p:nvPr>
        </p:nvSpPr>
        <p:spPr>
          <a:xfrm>
            <a:off x="4675164" y="2137092"/>
            <a:ext cx="4216400" cy="238410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Text Placeholder 2"/>
          <p:cNvSpPr>
            <a:spLocks noGrp="1"/>
          </p:cNvSpPr>
          <p:nvPr>
            <p:ph type="body" idx="1"/>
          </p:nvPr>
        </p:nvSpPr>
        <p:spPr>
          <a:xfrm>
            <a:off x="254000" y="1497330"/>
            <a:ext cx="4216400" cy="639762"/>
          </a:xfrm>
        </p:spPr>
        <p:txBody>
          <a:bodyPr anchor="b">
            <a:noAutofit/>
          </a:bodyPr>
          <a:lstStyle>
            <a:lvl1pPr marL="0" indent="0">
              <a:buNone/>
              <a:defRPr sz="20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6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75164" y="1497330"/>
            <a:ext cx="4216400" cy="639762"/>
          </a:xfrm>
        </p:spPr>
        <p:txBody>
          <a:bodyPr anchor="b">
            <a:noAutofit/>
          </a:bodyPr>
          <a:lstStyle>
            <a:lvl1pPr marL="0" indent="0">
              <a:buNone/>
              <a:defRPr sz="20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21"/>
          </p:nvPr>
        </p:nvSpPr>
        <p:spPr/>
        <p:txBody>
          <a:bodyPr/>
          <a:lstStyle/>
          <a:p>
            <a:fld id="{22AB4888-AE87-452C-ACA0-2DD465CE82D2}" type="datetime1">
              <a:rPr lang="en-US" smtClean="0"/>
              <a:t>9/1/25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22"/>
          </p:nvPr>
        </p:nvSpPr>
        <p:spPr/>
        <p:txBody>
          <a:bodyPr/>
          <a:lstStyle/>
          <a:p>
            <a:r>
              <a:rPr lang="en-US"/>
              <a:t>For required markings, please visit https://mh.jpl.nasa.gov</a:t>
            </a:r>
            <a:endParaRPr lang="en-US" dirty="0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23"/>
          </p:nvPr>
        </p:nvSpPr>
        <p:spPr/>
        <p:txBody>
          <a:bodyPr/>
          <a:lstStyle/>
          <a:p>
            <a:fld id="{16356448-7EEE-4D0D-AE32-557A2392817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7" name="TextBox 16"/>
          <p:cNvSpPr txBox="1"/>
          <p:nvPr userDrawn="1"/>
        </p:nvSpPr>
        <p:spPr>
          <a:xfrm>
            <a:off x="7810218" y="4719637"/>
            <a:ext cx="1233549" cy="423864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r"/>
            <a:r>
              <a:rPr lang="en-US" sz="1000" b="1" kern="0" spc="70" dirty="0">
                <a:solidFill>
                  <a:srgbClr val="6083AA"/>
                </a:solidFill>
              </a:rPr>
              <a:t>jpl.nasa.gov</a:t>
            </a:r>
          </a:p>
        </p:txBody>
      </p:sp>
    </p:spTree>
    <p:extLst>
      <p:ext uri="{BB962C8B-B14F-4D97-AF65-F5344CB8AC3E}">
        <p14:creationId xmlns:p14="http://schemas.microsoft.com/office/powerpoint/2010/main" val="688214595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4"/>
          <p:cNvSpPr>
            <a:spLocks noGrp="1"/>
          </p:cNvSpPr>
          <p:nvPr>
            <p:ph type="body" sz="quarter" idx="17" hasCustomPrompt="1"/>
          </p:nvPr>
        </p:nvSpPr>
        <p:spPr>
          <a:xfrm>
            <a:off x="254000" y="132080"/>
            <a:ext cx="8514080" cy="20597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buNone/>
              <a:tabLst/>
              <a:defRPr sz="800" baseline="0">
                <a:solidFill>
                  <a:schemeClr val="bg1">
                    <a:lumMod val="50000"/>
                  </a:schemeClr>
                </a:solidFill>
                <a:latin typeface="+mj-lt"/>
              </a:defRPr>
            </a:lvl1pPr>
            <a:lvl2pPr marL="411480" indent="0">
              <a:buNone/>
              <a:defRPr sz="1000"/>
            </a:lvl2pPr>
            <a:lvl3pPr marL="777240" indent="0">
              <a:buNone/>
              <a:defRPr sz="1000"/>
            </a:lvl3pPr>
            <a:lvl4pPr marL="1051560" indent="0">
              <a:buNone/>
              <a:defRPr sz="1000"/>
            </a:lvl4pPr>
            <a:lvl5pPr marL="1325880" indent="0">
              <a:buNone/>
              <a:defRPr sz="1000"/>
            </a:lvl5pPr>
          </a:lstStyle>
          <a:p>
            <a:pPr lvl="0"/>
            <a:r>
              <a:rPr lang="en-US" dirty="0"/>
              <a:t>Theme, project or mission name (optional)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Text Placeholder 13"/>
          <p:cNvSpPr>
            <a:spLocks noGrp="1"/>
          </p:cNvSpPr>
          <p:nvPr>
            <p:ph type="body" sz="quarter" idx="14" hasCustomPrompt="1"/>
          </p:nvPr>
        </p:nvSpPr>
        <p:spPr>
          <a:xfrm>
            <a:off x="254000" y="757179"/>
            <a:ext cx="8514080" cy="350262"/>
          </a:xfrm>
          <a:prstGeom prst="rect">
            <a:avLst/>
          </a:prstGeom>
        </p:spPr>
        <p:txBody>
          <a:bodyPr vert="horz">
            <a:noAutofit/>
          </a:bodyPr>
          <a:lstStyle>
            <a:lvl1pPr marL="0" indent="0">
              <a:buFontTx/>
              <a:buNone/>
              <a:defRPr sz="2000" baseline="0">
                <a:solidFill>
                  <a:srgbClr val="FFFFFF"/>
                </a:solidFill>
              </a:defRPr>
            </a:lvl1pPr>
            <a:lvl2pPr marL="457200" indent="0">
              <a:buFontTx/>
              <a:buNone/>
              <a:defRPr sz="2000"/>
            </a:lvl2pPr>
            <a:lvl3pPr marL="914400" indent="0">
              <a:buFontTx/>
              <a:buNone/>
              <a:defRPr sz="2000"/>
            </a:lvl3pPr>
            <a:lvl4pPr marL="1371600" indent="0">
              <a:buFontTx/>
              <a:buNone/>
              <a:defRPr sz="2000"/>
            </a:lvl4pPr>
            <a:lvl5pPr marL="1828800" indent="0">
              <a:buFontTx/>
              <a:buNone/>
              <a:defRPr sz="2000"/>
            </a:lvl5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21" name="Content Placeholder 2"/>
          <p:cNvSpPr>
            <a:spLocks noGrp="1"/>
          </p:cNvSpPr>
          <p:nvPr>
            <p:ph sz="quarter" idx="19"/>
          </p:nvPr>
        </p:nvSpPr>
        <p:spPr>
          <a:xfrm>
            <a:off x="254000" y="2137092"/>
            <a:ext cx="3211513" cy="238410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2" name="Text Placeholder 2"/>
          <p:cNvSpPr>
            <a:spLocks noGrp="1"/>
          </p:cNvSpPr>
          <p:nvPr>
            <p:ph type="body" idx="24" hasCustomPrompt="1"/>
          </p:nvPr>
        </p:nvSpPr>
        <p:spPr>
          <a:xfrm>
            <a:off x="254000" y="1497330"/>
            <a:ext cx="3211513" cy="639762"/>
          </a:xfrm>
        </p:spPr>
        <p:txBody>
          <a:bodyPr anchor="b">
            <a:noAutofit/>
          </a:bodyPr>
          <a:lstStyle>
            <a:lvl1pPr marL="0" indent="0">
              <a:buFont typeface="Arial"/>
              <a:buNone/>
              <a:defRPr sz="16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23" name="Content Placeholder 11"/>
          <p:cNvSpPr>
            <a:spLocks noGrp="1"/>
          </p:cNvSpPr>
          <p:nvPr>
            <p:ph sz="quarter" idx="20"/>
          </p:nvPr>
        </p:nvSpPr>
        <p:spPr>
          <a:xfrm>
            <a:off x="3638844" y="1497329"/>
            <a:ext cx="5129236" cy="3023869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25"/>
          </p:nvPr>
        </p:nvSpPr>
        <p:spPr/>
        <p:txBody>
          <a:bodyPr/>
          <a:lstStyle/>
          <a:p>
            <a:fld id="{A9C12B0F-F129-4DB1-8648-A5DD68566654}" type="datetime1">
              <a:rPr lang="en-US" smtClean="0"/>
              <a:t>9/1/25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r>
              <a:rPr lang="en-US"/>
              <a:t>For required markings, please visit https://mh.jpl.nasa.gov</a:t>
            </a:r>
            <a:endParaRPr lang="en-US" dirty="0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27"/>
          </p:nvPr>
        </p:nvSpPr>
        <p:spPr/>
        <p:txBody>
          <a:bodyPr/>
          <a:lstStyle/>
          <a:p>
            <a:fld id="{0A79206F-C929-453C-B7BF-19A540401EF1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3" name="TextBox 12"/>
          <p:cNvSpPr txBox="1"/>
          <p:nvPr userDrawn="1"/>
        </p:nvSpPr>
        <p:spPr>
          <a:xfrm>
            <a:off x="7810218" y="4719637"/>
            <a:ext cx="1233549" cy="423864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r"/>
            <a:r>
              <a:rPr lang="en-US" sz="1000" b="1" kern="0" spc="70" dirty="0">
                <a:solidFill>
                  <a:srgbClr val="6083AA"/>
                </a:solidFill>
              </a:rPr>
              <a:t>jpl.nasa.gov</a:t>
            </a:r>
          </a:p>
        </p:txBody>
      </p:sp>
    </p:spTree>
    <p:extLst>
      <p:ext uri="{BB962C8B-B14F-4D97-AF65-F5344CB8AC3E}">
        <p14:creationId xmlns:p14="http://schemas.microsoft.com/office/powerpoint/2010/main" val="593124173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4"/>
          <p:cNvSpPr>
            <a:spLocks noGrp="1"/>
          </p:cNvSpPr>
          <p:nvPr>
            <p:ph type="body" sz="quarter" idx="17" hasCustomPrompt="1"/>
          </p:nvPr>
        </p:nvSpPr>
        <p:spPr>
          <a:xfrm>
            <a:off x="254000" y="132080"/>
            <a:ext cx="8514080" cy="20597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buNone/>
              <a:tabLst/>
              <a:defRPr sz="800" baseline="0">
                <a:solidFill>
                  <a:schemeClr val="bg1">
                    <a:lumMod val="50000"/>
                  </a:schemeClr>
                </a:solidFill>
                <a:latin typeface="+mj-lt"/>
              </a:defRPr>
            </a:lvl1pPr>
            <a:lvl2pPr marL="411480" indent="0">
              <a:buNone/>
              <a:defRPr sz="1000"/>
            </a:lvl2pPr>
            <a:lvl3pPr marL="777240" indent="0">
              <a:buNone/>
              <a:defRPr sz="1000"/>
            </a:lvl3pPr>
            <a:lvl4pPr marL="1051560" indent="0">
              <a:buNone/>
              <a:defRPr sz="1000"/>
            </a:lvl4pPr>
            <a:lvl5pPr marL="1325880" indent="0">
              <a:buNone/>
              <a:defRPr sz="1000"/>
            </a:lvl5pPr>
          </a:lstStyle>
          <a:p>
            <a:pPr lvl="0"/>
            <a:r>
              <a:rPr lang="en-US" dirty="0"/>
              <a:t>Theme, project or mission name (optional)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Text Placeholder 13"/>
          <p:cNvSpPr>
            <a:spLocks noGrp="1"/>
          </p:cNvSpPr>
          <p:nvPr>
            <p:ph type="body" sz="quarter" idx="14" hasCustomPrompt="1"/>
          </p:nvPr>
        </p:nvSpPr>
        <p:spPr>
          <a:xfrm>
            <a:off x="254000" y="757179"/>
            <a:ext cx="8514080" cy="350262"/>
          </a:xfrm>
          <a:prstGeom prst="rect">
            <a:avLst/>
          </a:prstGeom>
        </p:spPr>
        <p:txBody>
          <a:bodyPr vert="horz">
            <a:noAutofit/>
          </a:bodyPr>
          <a:lstStyle>
            <a:lvl1pPr marL="0" indent="0">
              <a:buFontTx/>
              <a:buNone/>
              <a:defRPr sz="2000" baseline="0">
                <a:solidFill>
                  <a:srgbClr val="FFFFFF"/>
                </a:solidFill>
              </a:defRPr>
            </a:lvl1pPr>
            <a:lvl2pPr marL="457200" indent="0">
              <a:buFontTx/>
              <a:buNone/>
              <a:defRPr sz="2000"/>
            </a:lvl2pPr>
            <a:lvl3pPr marL="914400" indent="0">
              <a:buFontTx/>
              <a:buNone/>
              <a:defRPr sz="2000"/>
            </a:lvl3pPr>
            <a:lvl4pPr marL="1371600" indent="0">
              <a:buFontTx/>
              <a:buNone/>
              <a:defRPr sz="2000"/>
            </a:lvl4pPr>
            <a:lvl5pPr marL="1828800" indent="0">
              <a:buFontTx/>
              <a:buNone/>
              <a:defRPr sz="2000"/>
            </a:lvl5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13" name="Picture Placeholder 2"/>
          <p:cNvSpPr>
            <a:spLocks noGrp="1"/>
          </p:cNvSpPr>
          <p:nvPr>
            <p:ph type="pic" idx="1"/>
          </p:nvPr>
        </p:nvSpPr>
        <p:spPr>
          <a:xfrm>
            <a:off x="254000" y="1497330"/>
            <a:ext cx="5129236" cy="302386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14" name="Content Placeholder 2"/>
          <p:cNvSpPr>
            <a:spLocks noGrp="1"/>
          </p:cNvSpPr>
          <p:nvPr>
            <p:ph sz="quarter" idx="19"/>
          </p:nvPr>
        </p:nvSpPr>
        <p:spPr>
          <a:xfrm>
            <a:off x="5556567" y="2137092"/>
            <a:ext cx="3211513" cy="238410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6" name="Text Placeholder 2"/>
          <p:cNvSpPr>
            <a:spLocks noGrp="1"/>
          </p:cNvSpPr>
          <p:nvPr>
            <p:ph type="body" idx="24" hasCustomPrompt="1"/>
          </p:nvPr>
        </p:nvSpPr>
        <p:spPr>
          <a:xfrm>
            <a:off x="5556567" y="1497330"/>
            <a:ext cx="3211513" cy="639762"/>
          </a:xfrm>
        </p:spPr>
        <p:txBody>
          <a:bodyPr anchor="b">
            <a:noAutofit/>
          </a:bodyPr>
          <a:lstStyle>
            <a:lvl1pPr marL="0" indent="0">
              <a:buFont typeface="Arial"/>
              <a:buNone/>
              <a:defRPr sz="16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25"/>
          </p:nvPr>
        </p:nvSpPr>
        <p:spPr/>
        <p:txBody>
          <a:bodyPr/>
          <a:lstStyle/>
          <a:p>
            <a:fld id="{EAE7DE20-9D8E-407E-8A33-FA12941AFDC7}" type="datetime1">
              <a:rPr lang="en-US" smtClean="0"/>
              <a:t>9/1/25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r>
              <a:rPr lang="en-US"/>
              <a:t>For required markings, please visit https://mh.jpl.nasa.gov</a:t>
            </a:r>
            <a:endParaRPr lang="en-US" dirty="0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27"/>
          </p:nvPr>
        </p:nvSpPr>
        <p:spPr/>
        <p:txBody>
          <a:bodyPr/>
          <a:lstStyle/>
          <a:p>
            <a:fld id="{7C3E947D-4126-44FB-8EC6-F80A3BAA18D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7" name="TextBox 16"/>
          <p:cNvSpPr txBox="1"/>
          <p:nvPr userDrawn="1"/>
        </p:nvSpPr>
        <p:spPr>
          <a:xfrm>
            <a:off x="7810218" y="4719637"/>
            <a:ext cx="1233549" cy="423864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r"/>
            <a:r>
              <a:rPr lang="en-US" sz="1000" b="1" kern="0" spc="70" dirty="0">
                <a:solidFill>
                  <a:srgbClr val="6083AA"/>
                </a:solidFill>
              </a:rPr>
              <a:t>jpl.nasa.gov</a:t>
            </a:r>
          </a:p>
        </p:txBody>
      </p:sp>
    </p:spTree>
    <p:extLst>
      <p:ext uri="{BB962C8B-B14F-4D97-AF65-F5344CB8AC3E}">
        <p14:creationId xmlns:p14="http://schemas.microsoft.com/office/powerpoint/2010/main" val="3262112933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 and White Stri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/>
          <p:cNvSpPr/>
          <p:nvPr userDrawn="1"/>
        </p:nvSpPr>
        <p:spPr>
          <a:xfrm>
            <a:off x="0" y="1161143"/>
            <a:ext cx="9144000" cy="3558493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5" name="Text Placeholder 4"/>
          <p:cNvSpPr>
            <a:spLocks noGrp="1"/>
          </p:cNvSpPr>
          <p:nvPr>
            <p:ph type="body" sz="quarter" idx="17" hasCustomPrompt="1"/>
          </p:nvPr>
        </p:nvSpPr>
        <p:spPr>
          <a:xfrm>
            <a:off x="254000" y="132080"/>
            <a:ext cx="8514080" cy="20597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buNone/>
              <a:tabLst/>
              <a:defRPr sz="800" baseline="0">
                <a:solidFill>
                  <a:schemeClr val="bg1">
                    <a:lumMod val="50000"/>
                  </a:schemeClr>
                </a:solidFill>
                <a:latin typeface="+mj-lt"/>
              </a:defRPr>
            </a:lvl1pPr>
            <a:lvl2pPr marL="411480" indent="0">
              <a:buNone/>
              <a:defRPr sz="1000"/>
            </a:lvl2pPr>
            <a:lvl3pPr marL="777240" indent="0">
              <a:buNone/>
              <a:defRPr sz="1000"/>
            </a:lvl3pPr>
            <a:lvl4pPr marL="1051560" indent="0">
              <a:buNone/>
              <a:defRPr sz="1000"/>
            </a:lvl4pPr>
            <a:lvl5pPr marL="1325880" indent="0">
              <a:buNone/>
              <a:defRPr sz="1000"/>
            </a:lvl5pPr>
          </a:lstStyle>
          <a:p>
            <a:pPr lvl="0"/>
            <a:r>
              <a:rPr lang="en-US" dirty="0"/>
              <a:t>Theme, project or mission name (optional)</a:t>
            </a:r>
          </a:p>
        </p:txBody>
      </p:sp>
      <p:sp>
        <p:nvSpPr>
          <p:cNvPr id="16" name="Text Placeholder 13"/>
          <p:cNvSpPr>
            <a:spLocks noGrp="1"/>
          </p:cNvSpPr>
          <p:nvPr>
            <p:ph type="body" sz="quarter" idx="14" hasCustomPrompt="1"/>
          </p:nvPr>
        </p:nvSpPr>
        <p:spPr>
          <a:xfrm>
            <a:off x="254000" y="757179"/>
            <a:ext cx="8514080" cy="350262"/>
          </a:xfrm>
          <a:prstGeom prst="rect">
            <a:avLst/>
          </a:prstGeom>
        </p:spPr>
        <p:txBody>
          <a:bodyPr vert="horz">
            <a:noAutofit/>
          </a:bodyPr>
          <a:lstStyle>
            <a:lvl1pPr marL="0" indent="0">
              <a:buFontTx/>
              <a:buNone/>
              <a:defRPr sz="2000" baseline="0">
                <a:solidFill>
                  <a:srgbClr val="FFFFFF"/>
                </a:solidFill>
              </a:defRPr>
            </a:lvl1pPr>
            <a:lvl2pPr marL="457200" indent="0">
              <a:buFontTx/>
              <a:buNone/>
              <a:defRPr sz="2000"/>
            </a:lvl2pPr>
            <a:lvl3pPr marL="914400" indent="0">
              <a:buFontTx/>
              <a:buNone/>
              <a:defRPr sz="2000"/>
            </a:lvl3pPr>
            <a:lvl4pPr marL="1371600" indent="0">
              <a:buFontTx/>
              <a:buNone/>
              <a:defRPr sz="2000"/>
            </a:lvl4pPr>
            <a:lvl5pPr marL="1828800" indent="0">
              <a:buFontTx/>
              <a:buNone/>
              <a:defRPr sz="2000"/>
            </a:lvl5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CCD2BB3B-355B-433D-AA8F-2232AA9A09D8}" type="datetime1">
              <a:rPr lang="en-US" smtClean="0"/>
              <a:t>9/1/25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r>
              <a:rPr lang="en-US"/>
              <a:t>For required markings, please visit https://mh.jpl.nasa.gov</a:t>
            </a:r>
            <a:endParaRPr lang="en-US" dirty="0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F45B3F8F-DC85-41EB-9D22-D06541A0ACDE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0" name="TextBox 9"/>
          <p:cNvSpPr txBox="1"/>
          <p:nvPr userDrawn="1"/>
        </p:nvSpPr>
        <p:spPr>
          <a:xfrm>
            <a:off x="7810218" y="4719637"/>
            <a:ext cx="1233549" cy="423864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r"/>
            <a:r>
              <a:rPr lang="en-US" sz="1000" b="1" kern="0" spc="70" dirty="0">
                <a:solidFill>
                  <a:srgbClr val="6083AA"/>
                </a:solidFill>
              </a:rPr>
              <a:t>jpl.nasa.gov</a:t>
            </a:r>
          </a:p>
        </p:txBody>
      </p:sp>
    </p:spTree>
    <p:extLst>
      <p:ext uri="{BB962C8B-B14F-4D97-AF65-F5344CB8AC3E}">
        <p14:creationId xmlns:p14="http://schemas.microsoft.com/office/powerpoint/2010/main" val="2190340643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 and Dark Stri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/>
          <p:cNvSpPr/>
          <p:nvPr userDrawn="1"/>
        </p:nvSpPr>
        <p:spPr>
          <a:xfrm>
            <a:off x="0" y="1161143"/>
            <a:ext cx="9144000" cy="3558493"/>
          </a:xfrm>
          <a:prstGeom prst="rect">
            <a:avLst/>
          </a:prstGeom>
          <a:solidFill>
            <a:schemeClr val="tx2">
              <a:lumMod val="5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5" name="Text Placeholder 4"/>
          <p:cNvSpPr>
            <a:spLocks noGrp="1"/>
          </p:cNvSpPr>
          <p:nvPr>
            <p:ph type="body" sz="quarter" idx="17" hasCustomPrompt="1"/>
          </p:nvPr>
        </p:nvSpPr>
        <p:spPr>
          <a:xfrm>
            <a:off x="254000" y="132080"/>
            <a:ext cx="8514080" cy="20597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buNone/>
              <a:tabLst/>
              <a:defRPr sz="800" baseline="0">
                <a:solidFill>
                  <a:schemeClr val="bg1">
                    <a:lumMod val="50000"/>
                  </a:schemeClr>
                </a:solidFill>
                <a:latin typeface="+mj-lt"/>
              </a:defRPr>
            </a:lvl1pPr>
            <a:lvl2pPr marL="411480" indent="0">
              <a:buNone/>
              <a:defRPr sz="1000"/>
            </a:lvl2pPr>
            <a:lvl3pPr marL="777240" indent="0">
              <a:buNone/>
              <a:defRPr sz="1000"/>
            </a:lvl3pPr>
            <a:lvl4pPr marL="1051560" indent="0">
              <a:buNone/>
              <a:defRPr sz="1000"/>
            </a:lvl4pPr>
            <a:lvl5pPr marL="1325880" indent="0">
              <a:buNone/>
              <a:defRPr sz="1000"/>
            </a:lvl5pPr>
          </a:lstStyle>
          <a:p>
            <a:pPr lvl="0"/>
            <a:r>
              <a:rPr lang="en-US" dirty="0"/>
              <a:t>Theme, project or mission name (optional)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Text Placeholder 13"/>
          <p:cNvSpPr>
            <a:spLocks noGrp="1"/>
          </p:cNvSpPr>
          <p:nvPr>
            <p:ph type="body" sz="quarter" idx="14" hasCustomPrompt="1"/>
          </p:nvPr>
        </p:nvSpPr>
        <p:spPr>
          <a:xfrm>
            <a:off x="254000" y="757179"/>
            <a:ext cx="8514080" cy="350262"/>
          </a:xfrm>
          <a:prstGeom prst="rect">
            <a:avLst/>
          </a:prstGeom>
        </p:spPr>
        <p:txBody>
          <a:bodyPr vert="horz">
            <a:noAutofit/>
          </a:bodyPr>
          <a:lstStyle>
            <a:lvl1pPr marL="0" indent="0">
              <a:buFontTx/>
              <a:buNone/>
              <a:defRPr sz="2000" baseline="0">
                <a:solidFill>
                  <a:srgbClr val="FFFFFF"/>
                </a:solidFill>
              </a:defRPr>
            </a:lvl1pPr>
            <a:lvl2pPr marL="457200" indent="0">
              <a:buFontTx/>
              <a:buNone/>
              <a:defRPr sz="2000"/>
            </a:lvl2pPr>
            <a:lvl3pPr marL="914400" indent="0">
              <a:buFontTx/>
              <a:buNone/>
              <a:defRPr sz="2000"/>
            </a:lvl3pPr>
            <a:lvl4pPr marL="1371600" indent="0">
              <a:buFontTx/>
              <a:buNone/>
              <a:defRPr sz="2000"/>
            </a:lvl4pPr>
            <a:lvl5pPr marL="1828800" indent="0">
              <a:buFontTx/>
              <a:buNone/>
              <a:defRPr sz="2000"/>
            </a:lvl5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453B94B2-764B-4AEE-8E86-36209B57D673}" type="datetime1">
              <a:rPr lang="en-US" smtClean="0"/>
              <a:t>9/1/25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r>
              <a:rPr lang="en-US"/>
              <a:t>For required markings, please visit https://mh.jpl.nasa.gov</a:t>
            </a:r>
            <a:endParaRPr lang="en-US" dirty="0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7F015878-4578-4C49-BC72-FE830FC5A6D7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0" name="TextBox 9"/>
          <p:cNvSpPr txBox="1"/>
          <p:nvPr userDrawn="1"/>
        </p:nvSpPr>
        <p:spPr>
          <a:xfrm>
            <a:off x="7810218" y="4719637"/>
            <a:ext cx="1233549" cy="423864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r"/>
            <a:r>
              <a:rPr lang="en-US" sz="1000" b="1" kern="0" spc="70" dirty="0">
                <a:solidFill>
                  <a:srgbClr val="6083AA"/>
                </a:solidFill>
              </a:rPr>
              <a:t>jpl.nasa.gov</a:t>
            </a:r>
          </a:p>
        </p:txBody>
      </p:sp>
    </p:spTree>
    <p:extLst>
      <p:ext uri="{BB962C8B-B14F-4D97-AF65-F5344CB8AC3E}">
        <p14:creationId xmlns:p14="http://schemas.microsoft.com/office/powerpoint/2010/main" val="120805379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oter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F83741-3649-40C7-AC1C-DC0B03113BF9}" type="datetime1">
              <a:rPr lang="en-US" smtClean="0"/>
              <a:t>9/1/25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For required markings, please visit https://mh.jpl.nasa.gov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306A69-C78D-46AD-9B4E-1E66EF195C51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TextBox 5"/>
          <p:cNvSpPr txBox="1"/>
          <p:nvPr userDrawn="1"/>
        </p:nvSpPr>
        <p:spPr>
          <a:xfrm>
            <a:off x="7810218" y="4719637"/>
            <a:ext cx="1233549" cy="423864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r"/>
            <a:r>
              <a:rPr lang="en-US" sz="1000" b="1" kern="0" spc="70" dirty="0">
                <a:solidFill>
                  <a:srgbClr val="6083AA"/>
                </a:solidFill>
              </a:rPr>
              <a:t>jpl.nasa.gov</a:t>
            </a:r>
          </a:p>
        </p:txBody>
      </p:sp>
    </p:spTree>
    <p:extLst>
      <p:ext uri="{BB962C8B-B14F-4D97-AF65-F5344CB8AC3E}">
        <p14:creationId xmlns:p14="http://schemas.microsoft.com/office/powerpoint/2010/main" val="1921278287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sz="quarter" idx="13" hasCustomPrompt="1"/>
          </p:nvPr>
        </p:nvSpPr>
        <p:spPr>
          <a:xfrm>
            <a:off x="467360" y="1839278"/>
            <a:ext cx="8229600" cy="1462722"/>
          </a:xfrm>
        </p:spPr>
        <p:txBody>
          <a:bodyPr anchor="ctr">
            <a:noAutofit/>
          </a:bodyPr>
          <a:lstStyle>
            <a:lvl1pPr marL="0" indent="0" algn="ctr">
              <a:buNone/>
              <a:defRPr sz="3600" baseline="0"/>
            </a:lvl1pPr>
          </a:lstStyle>
          <a:p>
            <a:pPr lvl="0"/>
            <a:r>
              <a:rPr lang="en-US" dirty="0"/>
              <a:t>Click to add section header</a:t>
            </a:r>
          </a:p>
        </p:txBody>
      </p:sp>
      <p:sp>
        <p:nvSpPr>
          <p:cNvPr id="4" name="TextBox 3"/>
          <p:cNvSpPr txBox="1"/>
          <p:nvPr userDrawn="1"/>
        </p:nvSpPr>
        <p:spPr>
          <a:xfrm>
            <a:off x="7810218" y="4719637"/>
            <a:ext cx="1233549" cy="423864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r"/>
            <a:r>
              <a:rPr lang="en-US" sz="1000" b="1" kern="0" spc="70" dirty="0">
                <a:solidFill>
                  <a:srgbClr val="6083AA"/>
                </a:solidFill>
              </a:rPr>
              <a:t>jpl.nasa.gov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2C6CB3C8-D16C-4285-BF05-882F83494820}" type="datetime1">
              <a:rPr lang="en-US" smtClean="0"/>
              <a:t>9/1/25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For required markings, please visit https://mh.jpl.nasa.gov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11C0F2E9-13F1-4B54-979A-5E00D7D5723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02582853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_Dark Gray">
    <p:bg>
      <p:bgPr>
        <a:solidFill>
          <a:schemeClr val="tx2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sz="quarter" idx="13" hasCustomPrompt="1"/>
          </p:nvPr>
        </p:nvSpPr>
        <p:spPr>
          <a:xfrm>
            <a:off x="467360" y="1839278"/>
            <a:ext cx="8229600" cy="1462722"/>
          </a:xfrm>
        </p:spPr>
        <p:txBody>
          <a:bodyPr anchor="ctr">
            <a:noAutofit/>
          </a:bodyPr>
          <a:lstStyle>
            <a:lvl1pPr marL="0" indent="0" algn="ctr">
              <a:buNone/>
              <a:defRPr sz="360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add section header</a:t>
            </a:r>
          </a:p>
        </p:txBody>
      </p:sp>
      <p:sp>
        <p:nvSpPr>
          <p:cNvPr id="4" name="TextBox 3"/>
          <p:cNvSpPr txBox="1"/>
          <p:nvPr userDrawn="1"/>
        </p:nvSpPr>
        <p:spPr>
          <a:xfrm>
            <a:off x="7810218" y="4719637"/>
            <a:ext cx="1233549" cy="423864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r"/>
            <a:r>
              <a:rPr lang="en-US" sz="1000" b="1" kern="0" spc="70" dirty="0">
                <a:solidFill>
                  <a:srgbClr val="6083AA"/>
                </a:solidFill>
              </a:rPr>
              <a:t>jpl.nasa.gov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2C6CB3C8-D16C-4285-BF05-882F83494820}" type="datetime1">
              <a:rPr lang="en-US" smtClean="0"/>
              <a:t>9/1/25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For required markings, please visit https://mh.jpl.nasa.gov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11C0F2E9-13F1-4B54-979A-5E00D7D5723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56751170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6CB3C8-D16C-4285-BF05-882F83494820}" type="datetime1">
              <a:rPr lang="en-US" smtClean="0"/>
              <a:t>9/1/25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For required markings, please visit https://mh.jpl.nasa.gov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C0F2E9-13F1-4B54-979A-5E00D7D5723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41414170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2"/>
          <p:cNvCxnSpPr/>
          <p:nvPr userDrawn="1"/>
        </p:nvCxnSpPr>
        <p:spPr>
          <a:xfrm>
            <a:off x="2538518" y="2571750"/>
            <a:ext cx="4057288" cy="0"/>
          </a:xfrm>
          <a:prstGeom prst="line">
            <a:avLst/>
          </a:prstGeom>
          <a:ln w="635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 userDrawn="1"/>
        </p:nvSpPr>
        <p:spPr>
          <a:xfrm>
            <a:off x="1" y="2790066"/>
            <a:ext cx="9144000" cy="400153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ctr"/>
            <a:r>
              <a:rPr lang="en-US" sz="2000" kern="0" spc="70" dirty="0">
                <a:solidFill>
                  <a:schemeClr val="accent1"/>
                </a:solidFill>
              </a:rPr>
              <a:t>jpl.nasa.gov</a:t>
            </a:r>
          </a:p>
        </p:txBody>
      </p:sp>
      <p:pic>
        <p:nvPicPr>
          <p:cNvPr id="6" name="Picture 5" descr="Tribrand_ColorWhite_rgb_16x3_160601.png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38518" y="1381408"/>
            <a:ext cx="4057288" cy="1127025"/>
          </a:xfrm>
          <a:prstGeom prst="rect">
            <a:avLst/>
          </a:prstGeom>
        </p:spPr>
      </p:pic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6CB3C8-D16C-4285-BF05-882F83494820}" type="datetime1">
              <a:rPr lang="en-US" smtClean="0"/>
              <a:t>9/1/25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For required markings, please visit https://mh.jpl.nasa.gov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C0F2E9-13F1-4B54-979A-5E00D7D5723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96731319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 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Tribrand_ColorWhite_rgb_16x3_160601.png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38518" y="2008238"/>
            <a:ext cx="4057288" cy="1127025"/>
          </a:xfrm>
          <a:prstGeom prst="rect">
            <a:avLst/>
          </a:prstGeom>
        </p:spPr>
      </p:pic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6CB3C8-D16C-4285-BF05-882F83494820}" type="datetime1">
              <a:rPr lang="en-US" smtClean="0"/>
              <a:t>9/1/25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For required markings, please visit https://mh.jpl.nasa.gov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C0F2E9-13F1-4B54-979A-5E00D7D5723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95233301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923B39-76A3-59AB-A380-799D0DF7018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43000" y="841772"/>
            <a:ext cx="6858000" cy="17907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C1864A3-2E0C-EC56-1E22-9A4A0CB70D3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43000" y="2701528"/>
            <a:ext cx="6858000" cy="124182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C9BFB0-6AB2-C8D7-63D5-EF85241B2D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FF4E52-FF72-B645-B1EF-301A76F0DF08}" type="datetimeFigureOut">
              <a:rPr lang="en-US" smtClean="0"/>
              <a:t>9/1/25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B315229-FC27-2AB0-D8F5-C89F330BAC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E1E5F3-09F6-260C-104C-F3F637320D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D1219E-5FB2-FE41-9130-B17D5891B5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7409441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E79B8C-1B5B-514C-F5EA-3C2A10F28A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29AFA2-D772-206E-C86A-D615111D0A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1493A7-FD19-C0E7-39E0-0726DC808A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FF4E52-FF72-B645-B1EF-301A76F0DF08}" type="datetimeFigureOut">
              <a:rPr lang="en-US" smtClean="0"/>
              <a:t>9/1/25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5A4AD6-BD16-7717-2AEA-8F7C671AB0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705546-4781-0742-607C-D51AEBEA4E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D1219E-5FB2-FE41-9130-B17D5891B5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8983252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04028F-C16B-9E86-E01A-38C348B9B5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7" y="1282304"/>
            <a:ext cx="7886700" cy="2139553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F7D114E-09B2-76F7-0112-0F75770139D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7" y="3442098"/>
            <a:ext cx="7886700" cy="1125140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52FB327-AA53-58DE-9527-907092EEA8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FF4E52-FF72-B645-B1EF-301A76F0DF08}" type="datetimeFigureOut">
              <a:rPr lang="en-US" smtClean="0"/>
              <a:t>9/1/25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39E1F61-D057-DD68-35B1-73BAB1DD1C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0871B5-8810-90B7-5927-2394010A9A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D1219E-5FB2-FE41-9130-B17D5891B5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9276604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A17CE2-CA70-4C85-4B45-1E1D70C9E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81341C-DC73-CD0E-2E98-2159AB3F2AD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28650" y="1369218"/>
            <a:ext cx="3886200" cy="326350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40DECF5-A226-DA2E-5D24-4DBB4FDC936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29150" y="1369218"/>
            <a:ext cx="3886200" cy="326350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4C97E79-6F00-CA09-68B3-8625B7D7B6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FF4E52-FF72-B645-B1EF-301A76F0DF08}" type="datetimeFigureOut">
              <a:rPr lang="en-US" smtClean="0"/>
              <a:t>9/1/25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48C5CDB-82CE-8735-D4C6-5FA89621E5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170DFF8-1AF0-9D58-A2D9-532E3E42AA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D1219E-5FB2-FE41-9130-B17D5891B5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0467517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F31C2A-E0A7-E570-E75E-AADC6B1147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273844"/>
            <a:ext cx="7886700" cy="99417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B69D58D-B021-4626-A536-EBB7A1FB77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9842" y="1260872"/>
            <a:ext cx="3868340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748C278-4545-CB71-9562-4ED50E81931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9842" y="1878806"/>
            <a:ext cx="3868340" cy="276344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56702CF-C755-6845-9E7B-CBD7B54EE4D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629150" y="1260872"/>
            <a:ext cx="3887391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F224754-B0F8-66BB-665F-3DC66B241EF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629150" y="1878806"/>
            <a:ext cx="3887391" cy="276344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22EB692-4DEC-B096-65FD-D9FB8EC824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FF4E52-FF72-B645-B1EF-301A76F0DF08}" type="datetimeFigureOut">
              <a:rPr lang="en-US" smtClean="0"/>
              <a:t>9/1/25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7F9E06B-476D-C255-1D87-6F2C90281D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6765B2B-D114-4895-D8E8-9F1F06F8BD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D1219E-5FB2-FE41-9130-B17D5891B5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9780698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AA20C8-BBDD-0D4B-B5DB-432D4888F4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B736DD3-D48B-90C8-8F92-4DE3B101D9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FF4E52-FF72-B645-B1EF-301A76F0DF08}" type="datetimeFigureOut">
              <a:rPr lang="en-US" smtClean="0"/>
              <a:t>9/1/25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94A2494-8219-08D9-AAB7-950A6939C7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08353EC-7878-6FB9-06A6-781396CBEB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D1219E-5FB2-FE41-9130-B17D5891B5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6946496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C354580-941E-0DA3-C65D-4C828EA3EA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FF4E52-FF72-B645-B1EF-301A76F0DF08}" type="datetimeFigureOut">
              <a:rPr lang="en-US" smtClean="0"/>
              <a:t>9/1/25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2F48271-AFB0-188B-B389-4A938E8005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FBA14A-7ACF-1731-3D99-DCE5484630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D1219E-5FB2-FE41-9130-B17D5891B5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0737548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D6DABB-D241-9DB5-0E55-7FAECF8320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10472A-87D5-7628-0F55-9AEC1EFB23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87391" y="740569"/>
            <a:ext cx="4629150" cy="3655219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220136C-5E0A-4982-CA61-61354F50D75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C116CD9-3FFA-82C4-7ECA-4CC1E59D95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FF4E52-FF72-B645-B1EF-301A76F0DF08}" type="datetimeFigureOut">
              <a:rPr lang="en-US" smtClean="0"/>
              <a:t>9/1/25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EF28C4F-3F54-3272-B100-B63C7464D3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76AA11D-FAA8-BAAF-F012-8559B4616F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D1219E-5FB2-FE41-9130-B17D5891B5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0726684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046FEB-DE91-5C24-F873-7A21DF2579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4748D0F-363A-727F-7B47-85DEDB52B3F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887391" y="740569"/>
            <a:ext cx="4629150" cy="3655219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1B79FCE-CF45-4186-0585-49BB32A5FD4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328173B-BA3B-E602-3F44-808E5F3F62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FF4E52-FF72-B645-B1EF-301A76F0DF08}" type="datetimeFigureOut">
              <a:rPr lang="en-US" smtClean="0"/>
              <a:t>9/1/25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6F6F723-B9D4-DFC9-737A-489151A207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7A02815-4737-3DE6-068D-19AC56C80A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D1219E-5FB2-FE41-9130-B17D5891B5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1313560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285B33-256E-1BCC-6B2A-ABA70E52CE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4CDB7FE-145E-D7EA-612F-F76E1B7A14A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787C1E-B821-2A98-BCB2-E95D8AC3CB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FF4E52-FF72-B645-B1EF-301A76F0DF08}" type="datetimeFigureOut">
              <a:rPr lang="en-US" smtClean="0"/>
              <a:t>9/1/25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7C7841-0F23-FB4E-BF56-9A495FF498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82A1EE-0610-C8CC-763E-7023991B37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D1219E-5FB2-FE41-9130-B17D5891B5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7128944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29D9042-A847-FEFB-00F3-CBE6F60C0D4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6543675" y="273843"/>
            <a:ext cx="1971675" cy="4358879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8336CD1-DE07-71C7-3BE2-5E3953E7500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28650" y="273843"/>
            <a:ext cx="5800725" cy="435887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BE3896D-720C-FA36-1764-6B0AA777AB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FF4E52-FF72-B645-B1EF-301A76F0DF08}" type="datetimeFigureOut">
              <a:rPr lang="en-US" smtClean="0"/>
              <a:t>9/1/25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FB27FE-C992-03CB-C824-AA45AACEE1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730D5B-B03B-B64B-87B8-3D1D3BFDC0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D1219E-5FB2-FE41-9130-B17D5891B5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649376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slideLayout" Target="../slideLayouts/slideLayout22.xml"/><Relationship Id="rId3" Type="http://schemas.openxmlformats.org/officeDocument/2006/relationships/slideLayout" Target="../slideLayouts/slideLayout23.xml"/><Relationship Id="rId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25.xml"/><Relationship Id="rId6" Type="http://schemas.openxmlformats.org/officeDocument/2006/relationships/slideLayout" Target="../slideLayouts/slideLayout26.xml"/><Relationship Id="rId7" Type="http://schemas.openxmlformats.org/officeDocument/2006/relationships/slideLayout" Target="../slideLayouts/slideLayout27.xml"/><Relationship Id="rId8" Type="http://schemas.openxmlformats.org/officeDocument/2006/relationships/slideLayout" Target="../slideLayouts/slideLayout28.xml"/><Relationship Id="rId9" Type="http://schemas.openxmlformats.org/officeDocument/2006/relationships/slideLayout" Target="../slideLayouts/slideLayout29.xml"/><Relationship Id="rId10" Type="http://schemas.openxmlformats.org/officeDocument/2006/relationships/slideLayout" Target="../slideLayouts/slideLayout30.xml"/><Relationship Id="rId11" Type="http://schemas.openxmlformats.org/officeDocument/2006/relationships/slideLayout" Target="../slideLayouts/slideLayout31.xml"/><Relationship Id="rId12" Type="http://schemas.openxmlformats.org/officeDocument/2006/relationships/slideLayout" Target="../slideLayouts/slideLayout32.xml"/><Relationship Id="rId13" Type="http://schemas.openxmlformats.org/officeDocument/2006/relationships/slideLayout" Target="../slideLayouts/slideLayout33.xml"/><Relationship Id="rId14" Type="http://schemas.openxmlformats.org/officeDocument/2006/relationships/slideLayout" Target="../slideLayouts/slideLayout34.xml"/><Relationship Id="rId15" Type="http://schemas.openxmlformats.org/officeDocument/2006/relationships/slideLayout" Target="../slideLayouts/slideLayout35.xml"/><Relationship Id="rId16" Type="http://schemas.openxmlformats.org/officeDocument/2006/relationships/slideLayout" Target="../slideLayouts/slideLayout36.xml"/><Relationship Id="rId17" Type="http://schemas.openxmlformats.org/officeDocument/2006/relationships/slideLayout" Target="../slideLayouts/slideLayout37.xml"/><Relationship Id="rId18" Type="http://schemas.openxmlformats.org/officeDocument/2006/relationships/slideLayout" Target="../slideLayouts/slideLayout38.xml"/><Relationship Id="rId19" Type="http://schemas.openxmlformats.org/officeDocument/2006/relationships/slideLayout" Target="../slideLayouts/slideLayout39.xml"/><Relationship Id="rId20" Type="http://schemas.openxmlformats.org/officeDocument/2006/relationships/slideLayout" Target="../slideLayouts/slideLayout40.xml"/><Relationship Id="rId21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1.xml"/><Relationship Id="rId2" Type="http://schemas.openxmlformats.org/officeDocument/2006/relationships/slideLayout" Target="../slideLayouts/slideLayout42.xml"/><Relationship Id="rId3" Type="http://schemas.openxmlformats.org/officeDocument/2006/relationships/slideLayout" Target="../slideLayouts/slideLayout43.xml"/><Relationship Id="rId4" Type="http://schemas.openxmlformats.org/officeDocument/2006/relationships/slideLayout" Target="../slideLayouts/slideLayout44.xml"/><Relationship Id="rId5" Type="http://schemas.openxmlformats.org/officeDocument/2006/relationships/slideLayout" Target="../slideLayouts/slideLayout45.xml"/><Relationship Id="rId6" Type="http://schemas.openxmlformats.org/officeDocument/2006/relationships/slideLayout" Target="../slideLayouts/slideLayout46.xml"/><Relationship Id="rId7" Type="http://schemas.openxmlformats.org/officeDocument/2006/relationships/slideLayout" Target="../slideLayouts/slideLayout47.xml"/><Relationship Id="rId8" Type="http://schemas.openxmlformats.org/officeDocument/2006/relationships/slideLayout" Target="../slideLayouts/slideLayout48.xml"/><Relationship Id="rId9" Type="http://schemas.openxmlformats.org/officeDocument/2006/relationships/slideLayout" Target="../slideLayouts/slideLayout49.xml"/><Relationship Id="rId10" Type="http://schemas.openxmlformats.org/officeDocument/2006/relationships/slideLayout" Target="../slideLayouts/slideLayout50.xml"/><Relationship Id="rId11" Type="http://schemas.openxmlformats.org/officeDocument/2006/relationships/slideLayout" Target="../slideLayouts/slideLayout51.xml"/><Relationship Id="rId12" Type="http://schemas.openxmlformats.org/officeDocument/2006/relationships/theme" Target="../theme/theme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54000" y="327899"/>
            <a:ext cx="8514080" cy="43410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4000" y="1200150"/>
            <a:ext cx="8432800" cy="339407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53999" y="4802823"/>
            <a:ext cx="1422401" cy="27463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>
              <a:defRPr sz="8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fld id="{0FB8DC75-F238-4FEA-A196-95F443A65C8E}" type="datetime1">
              <a:rPr lang="en-US" smtClean="0"/>
              <a:t>9/1/25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676401" y="4802823"/>
            <a:ext cx="5791199" cy="27463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>
              <a:defRPr sz="800">
                <a:solidFill>
                  <a:schemeClr val="accent4"/>
                </a:solidFill>
              </a:defRPr>
            </a:lvl1pPr>
          </a:lstStyle>
          <a:p>
            <a:r>
              <a:rPr lang="en-US"/>
              <a:t>For required markings, please visit https://mh.jpl.nasa.gov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467600" y="4802823"/>
            <a:ext cx="586130" cy="27209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r">
              <a:defRPr sz="8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fld id="{0E0E1749-0B7E-403A-A9A7-95F2ED1F2891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869111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5" r:id="rId1"/>
    <p:sldLayoutId id="2147483666" r:id="rId2"/>
    <p:sldLayoutId id="2147483667" r:id="rId3"/>
    <p:sldLayoutId id="2147483668" r:id="rId4"/>
    <p:sldLayoutId id="2147483661" r:id="rId5"/>
    <p:sldLayoutId id="2147483662" r:id="rId6"/>
    <p:sldLayoutId id="2147483664" r:id="rId7"/>
    <p:sldLayoutId id="2147483663" r:id="rId8"/>
    <p:sldLayoutId id="2147483669" r:id="rId9"/>
    <p:sldLayoutId id="2147483670" r:id="rId10"/>
    <p:sldLayoutId id="2147483671" r:id="rId11"/>
    <p:sldLayoutId id="2147483672" r:id="rId12"/>
    <p:sldLayoutId id="2147483653" r:id="rId13"/>
    <p:sldLayoutId id="2147483654" r:id="rId14"/>
    <p:sldLayoutId id="2147483656" r:id="rId15"/>
    <p:sldLayoutId id="2147483657" r:id="rId16"/>
    <p:sldLayoutId id="2147483658" r:id="rId17"/>
    <p:sldLayoutId id="2147483659" r:id="rId18"/>
    <p:sldLayoutId id="2147483660" r:id="rId19"/>
    <p:sldLayoutId id="2147483693" r:id="rId20"/>
  </p:sldLayoutIdLst>
  <p:hf hdr="0"/>
  <p:txStyles>
    <p:titleStyle>
      <a:lvl1pPr algn="l" defTabSz="457200" rtl="0" eaLnBrk="1" latinLnBrk="0" hangingPunct="1">
        <a:spcBef>
          <a:spcPct val="0"/>
        </a:spcBef>
        <a:buNone/>
        <a:defRPr sz="2400" b="1" i="0" u="none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33363" indent="-233363" algn="l" defTabSz="457200" rtl="0" eaLnBrk="1" latinLnBrk="0" hangingPunct="1">
        <a:spcBef>
          <a:spcPct val="20000"/>
        </a:spcBef>
        <a:buClr>
          <a:schemeClr val="bg1">
            <a:lumMod val="50000"/>
          </a:schemeClr>
        </a:buClr>
        <a:buFont typeface="Arial"/>
        <a:buChar char="•"/>
        <a:tabLst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690563" indent="-233363" algn="l" defTabSz="457200" rtl="0" eaLnBrk="1" latinLnBrk="0" hangingPunct="1">
        <a:spcBef>
          <a:spcPct val="20000"/>
        </a:spcBef>
        <a:buClr>
          <a:schemeClr val="bg1">
            <a:lumMod val="50000"/>
          </a:schemeClr>
        </a:buClr>
        <a:buFont typeface="Arial"/>
        <a:buChar char="•"/>
        <a:defRPr sz="1800" b="0" i="0" u="none" kern="1200">
          <a:solidFill>
            <a:schemeClr val="tx1"/>
          </a:solidFill>
          <a:latin typeface="+mn-lt"/>
          <a:ea typeface="+mn-ea"/>
          <a:cs typeface="+mn-cs"/>
        </a:defRPr>
      </a:lvl2pPr>
      <a:lvl3pPr marL="1147763" indent="-233363" algn="l" defTabSz="457200" rtl="0" eaLnBrk="1" latinLnBrk="0" hangingPunct="1">
        <a:spcBef>
          <a:spcPct val="20000"/>
        </a:spcBef>
        <a:buClr>
          <a:schemeClr val="bg1">
            <a:lumMod val="50000"/>
          </a:schemeClr>
        </a:buClr>
        <a:buFont typeface="Arial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604963" indent="-233363" algn="l" defTabSz="457200" rtl="0" eaLnBrk="1" latinLnBrk="0" hangingPunct="1">
        <a:spcBef>
          <a:spcPct val="20000"/>
        </a:spcBef>
        <a:buClr>
          <a:schemeClr val="bg1">
            <a:lumMod val="50000"/>
          </a:schemeClr>
        </a:buClr>
        <a:buFont typeface="Arial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2062163" indent="-233363" algn="l" defTabSz="457200" rtl="0" eaLnBrk="1" latinLnBrk="0" hangingPunct="1">
        <a:spcBef>
          <a:spcPct val="20000"/>
        </a:spcBef>
        <a:buClr>
          <a:schemeClr val="bg1">
            <a:lumMod val="50000"/>
          </a:schemeClr>
        </a:buClr>
        <a:buFont typeface="Arial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54000" y="327899"/>
            <a:ext cx="8514080" cy="43410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4000" y="1200150"/>
            <a:ext cx="8432800" cy="339407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54000" y="4802823"/>
            <a:ext cx="1422400" cy="27463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>
              <a:defRPr sz="8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fld id="{2C6CB3C8-D16C-4285-BF05-882F83494820}" type="datetime1">
              <a:rPr lang="en-US" smtClean="0"/>
              <a:t>9/1/25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676400" y="4802823"/>
            <a:ext cx="5775960" cy="27463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>
              <a:defRPr sz="800">
                <a:solidFill>
                  <a:schemeClr val="accent4"/>
                </a:solidFill>
              </a:defRPr>
            </a:lvl1pPr>
          </a:lstStyle>
          <a:p>
            <a:r>
              <a:rPr lang="en-US"/>
              <a:t>For required markings, please visit https://mh.jpl.nasa.gov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452360" y="4802823"/>
            <a:ext cx="601370" cy="27209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r">
              <a:defRPr sz="8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fld id="{11C0F2E9-13F1-4B54-979A-5E00D7D5723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160724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4" r:id="rId1"/>
    <p:sldLayoutId id="2147483675" r:id="rId2"/>
    <p:sldLayoutId id="2147483676" r:id="rId3"/>
    <p:sldLayoutId id="2147483677" r:id="rId4"/>
    <p:sldLayoutId id="2147483678" r:id="rId5"/>
    <p:sldLayoutId id="2147483679" r:id="rId6"/>
    <p:sldLayoutId id="2147483680" r:id="rId7"/>
    <p:sldLayoutId id="2147483681" r:id="rId8"/>
    <p:sldLayoutId id="2147483682" r:id="rId9"/>
    <p:sldLayoutId id="2147483683" r:id="rId10"/>
    <p:sldLayoutId id="2147483684" r:id="rId11"/>
    <p:sldLayoutId id="2147483685" r:id="rId12"/>
    <p:sldLayoutId id="2147483686" r:id="rId13"/>
    <p:sldLayoutId id="2147483687" r:id="rId14"/>
    <p:sldLayoutId id="2147483688" r:id="rId15"/>
    <p:sldLayoutId id="2147483689" r:id="rId16"/>
    <p:sldLayoutId id="2147483690" r:id="rId17"/>
    <p:sldLayoutId id="2147483691" r:id="rId18"/>
    <p:sldLayoutId id="2147483692" r:id="rId19"/>
    <p:sldLayoutId id="2147483694" r:id="rId20"/>
  </p:sldLayoutIdLst>
  <p:hf hdr="0"/>
  <p:txStyles>
    <p:titleStyle>
      <a:lvl1pPr algn="l" defTabSz="457200" rtl="0" eaLnBrk="1" latinLnBrk="0" hangingPunct="1">
        <a:spcBef>
          <a:spcPct val="0"/>
        </a:spcBef>
        <a:buNone/>
        <a:defRPr sz="2400" b="1" kern="1200">
          <a:solidFill>
            <a:schemeClr val="bg1"/>
          </a:solidFill>
          <a:latin typeface="+mj-lt"/>
          <a:ea typeface="+mj-ea"/>
          <a:cs typeface="+mj-cs"/>
        </a:defRPr>
      </a:lvl1pPr>
    </p:titleStyle>
    <p:bodyStyle>
      <a:lvl1pPr marL="233363" indent="-233363" algn="l" defTabSz="457200" rtl="0" eaLnBrk="1" latinLnBrk="0" hangingPunct="1">
        <a:spcBef>
          <a:spcPct val="20000"/>
        </a:spcBef>
        <a:buClr>
          <a:schemeClr val="bg1">
            <a:lumMod val="50000"/>
          </a:schemeClr>
        </a:buClr>
        <a:buFont typeface="Arial"/>
        <a:buChar char="•"/>
        <a:tabLst/>
        <a:defRPr sz="2000" kern="1200">
          <a:solidFill>
            <a:schemeClr val="bg1"/>
          </a:solidFill>
          <a:latin typeface="+mn-lt"/>
          <a:ea typeface="+mn-ea"/>
          <a:cs typeface="+mn-cs"/>
        </a:defRPr>
      </a:lvl1pPr>
      <a:lvl2pPr marL="690563" indent="-233363" algn="l" defTabSz="457200" rtl="0" eaLnBrk="1" latinLnBrk="0" hangingPunct="1">
        <a:spcBef>
          <a:spcPct val="20000"/>
        </a:spcBef>
        <a:buClr>
          <a:schemeClr val="bg1">
            <a:lumMod val="50000"/>
          </a:schemeClr>
        </a:buClr>
        <a:buFont typeface="Arial"/>
        <a:buChar char="•"/>
        <a:defRPr sz="1800" kern="1200">
          <a:solidFill>
            <a:schemeClr val="bg1"/>
          </a:solidFill>
          <a:latin typeface="+mn-lt"/>
          <a:ea typeface="+mn-ea"/>
          <a:cs typeface="+mn-cs"/>
        </a:defRPr>
      </a:lvl2pPr>
      <a:lvl3pPr marL="1147763" indent="-233363" algn="l" defTabSz="457200" rtl="0" eaLnBrk="1" latinLnBrk="0" hangingPunct="1">
        <a:spcBef>
          <a:spcPct val="20000"/>
        </a:spcBef>
        <a:buClr>
          <a:schemeClr val="bg1">
            <a:lumMod val="50000"/>
          </a:schemeClr>
        </a:buClr>
        <a:buFont typeface="Arial"/>
        <a:buChar char="•"/>
        <a:defRPr sz="1600" kern="1200">
          <a:solidFill>
            <a:schemeClr val="bg1"/>
          </a:solidFill>
          <a:latin typeface="+mn-lt"/>
          <a:ea typeface="+mn-ea"/>
          <a:cs typeface="+mn-cs"/>
        </a:defRPr>
      </a:lvl3pPr>
      <a:lvl4pPr marL="1604963" indent="-233363" algn="l" defTabSz="457200" rtl="0" eaLnBrk="1" latinLnBrk="0" hangingPunct="1">
        <a:spcBef>
          <a:spcPct val="20000"/>
        </a:spcBef>
        <a:buClr>
          <a:schemeClr val="bg1">
            <a:lumMod val="50000"/>
          </a:schemeClr>
        </a:buClr>
        <a:buFont typeface="Arial"/>
        <a:buChar char="•"/>
        <a:defRPr sz="1400" kern="1200">
          <a:solidFill>
            <a:schemeClr val="bg1"/>
          </a:solidFill>
          <a:latin typeface="+mn-lt"/>
          <a:ea typeface="+mn-ea"/>
          <a:cs typeface="+mn-cs"/>
        </a:defRPr>
      </a:lvl4pPr>
      <a:lvl5pPr marL="2062163" indent="-233363" algn="l" defTabSz="457200" rtl="0" eaLnBrk="1" latinLnBrk="0" hangingPunct="1">
        <a:spcBef>
          <a:spcPct val="20000"/>
        </a:spcBef>
        <a:buClr>
          <a:schemeClr val="bg1">
            <a:lumMod val="50000"/>
          </a:schemeClr>
        </a:buClr>
        <a:buFont typeface="Arial"/>
        <a:buChar char="•"/>
        <a:defRPr sz="1200" kern="1200">
          <a:solidFill>
            <a:schemeClr val="bg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534F3BF-97B7-EC27-2340-24FA9B77E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BA764DC-EBE9-EB9F-3BB0-7B8BF4B2DF2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369218"/>
            <a:ext cx="7886700" cy="32635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74EA5B2-2FE3-D455-B515-D2270885553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5FF4E52-FF72-B645-B1EF-301A76F0DF08}" type="datetimeFigureOut">
              <a:rPr lang="en-US" smtClean="0"/>
              <a:t>9/1/25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598F9C-E8C1-EBB9-E828-BE8AA755638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B61C82-B4D0-EE5A-115C-03FD70D4077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BD1219E-5FB2-FE41-9130-B17D5891B5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175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6" r:id="rId1"/>
    <p:sldLayoutId id="2147483697" r:id="rId2"/>
    <p:sldLayoutId id="2147483698" r:id="rId3"/>
    <p:sldLayoutId id="2147483699" r:id="rId4"/>
    <p:sldLayoutId id="2147483700" r:id="rId5"/>
    <p:sldLayoutId id="2147483701" r:id="rId6"/>
    <p:sldLayoutId id="2147483702" r:id="rId7"/>
    <p:sldLayoutId id="2147483703" r:id="rId8"/>
    <p:sldLayoutId id="2147483704" r:id="rId9"/>
    <p:sldLayoutId id="2147483705" r:id="rId10"/>
    <p:sldLayoutId id="2147483706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Project Update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RCMES-MCP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Enabling AI-Driven Climate Analysis</a:t>
            </a:r>
          </a:p>
          <a:p>
            <a:r>
              <a:t>with NASA's NEX-GDDP-CMIP6 Data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8" sz="quarter"/>
          </p:nvPr>
        </p:nvSpPr>
        <p:spPr/>
        <p:txBody>
          <a:bodyPr/>
          <a:lstStyle/>
          <a:p>
            <a:r>
              <a:t>March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RCMES-MCP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is RCMES-MCP?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9" sz="quarter"/>
          </p:nvPr>
        </p:nvSpPr>
        <p:spPr/>
        <p:txBody>
          <a:bodyPr/>
          <a:lstStyle/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Arial"/>
              </a:defRPr>
            </a:pPr>
            <a:r>
              <a:t>An MCP (Model Context Protocol) server that exposes NASA's climate analysis tools to AI agents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Arial"/>
              </a:defRPr>
            </a:pPr>
            <a:r>
              <a:t>Provides direct access to the NEX-GDDP-CMIP6 dataset — 38 TB of downscaled global climate projections at 0.25° resolution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Arial"/>
              </a:defRPr>
            </a:pPr>
            <a:r>
              <a:t>Enables conversational climate analysis: users ask questions in natural language, AI executes the science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Arial"/>
              </a:defRPr>
            </a:pPr>
            <a:r>
              <a:t>Built on NASA JPL's Regional Climate Model Evaluation System (RCMES) heritage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Arial"/>
              </a:defRPr>
            </a:pPr>
            <a:r>
              <a:t>No data downloads, no coding required — AI handles data access, processing, analysis, and visualization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RCMES-MCP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Data: NEX-GDDP-CMIP6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38 TB of bias-corrected, downscaled CMIP6 climate projections hosted on AWS Open Data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9" sz="quarter"/>
          </p:nvPr>
        </p:nvSpPr>
        <p:spPr/>
        <p:txBody>
          <a:bodyPr/>
          <a:lstStyle/>
          <a:p>
            <a:pPr>
              <a:spcAft>
                <a:spcPts val="600"/>
              </a:spcAft>
              <a:defRPr sz="1300">
                <a:solidFill>
                  <a:srgbClr val="333333"/>
                </a:solidFill>
                <a:latin typeface="Arial"/>
              </a:defRPr>
            </a:pPr>
            <a:r>
              <a:t>0.25° resolution (~25 km), daily timestep</a:t>
            </a:r>
          </a:p>
          <a:p>
            <a:pPr>
              <a:spcAft>
                <a:spcPts val="600"/>
              </a:spcAft>
              <a:defRPr sz="1300">
                <a:solidFill>
                  <a:srgbClr val="333333"/>
                </a:solidFill>
                <a:latin typeface="Arial"/>
              </a:defRPr>
            </a:pPr>
            <a:r>
              <a:t>Global coverage, 1950–2100</a:t>
            </a:r>
          </a:p>
          <a:p>
            <a:pPr>
              <a:spcAft>
                <a:spcPts val="600"/>
              </a:spcAft>
              <a:defRPr sz="1300">
                <a:solidFill>
                  <a:srgbClr val="333333"/>
                </a:solidFill>
                <a:latin typeface="Arial"/>
              </a:defRPr>
            </a:pPr>
            <a:r>
              <a:t>35 CMIP6 climate models</a:t>
            </a:r>
          </a:p>
          <a:p>
            <a:pPr>
              <a:spcAft>
                <a:spcPts val="600"/>
              </a:spcAft>
              <a:defRPr sz="1300">
                <a:solidFill>
                  <a:srgbClr val="333333"/>
                </a:solidFill>
                <a:latin typeface="Arial"/>
              </a:defRPr>
            </a:pPr>
            <a:r>
              <a:t>Historical + 4 SSP scenarios</a:t>
            </a:r>
          </a:p>
          <a:p>
            <a:pPr>
              <a:spcAft>
                <a:spcPts val="600"/>
              </a:spcAft>
              <a:defRPr sz="1300">
                <a:solidFill>
                  <a:srgbClr val="333333"/>
                </a:solidFill>
                <a:latin typeface="Arial"/>
              </a:defRPr>
            </a:pPr>
            <a:r>
              <a:t>Accessed via S3 in Zarr format — no downloads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20" sz="quarter"/>
          </p:nvPr>
        </p:nvSpPr>
        <p:spPr/>
        <p:txBody>
          <a:bodyPr/>
          <a:lstStyle/>
          <a:p>
            <a:pPr>
              <a:spcAft>
                <a:spcPts val="400"/>
              </a:spcAft>
              <a:defRPr sz="1300" b="1">
                <a:solidFill>
                  <a:srgbClr val="00325B"/>
                </a:solidFill>
                <a:latin typeface="Arial"/>
              </a:defRPr>
            </a:pPr>
            <a:r>
              <a:t>9 Climate Variables:</a:t>
            </a:r>
          </a:p>
          <a:p>
            <a:pPr>
              <a:spcAft>
                <a:spcPts val="300"/>
              </a:spcAft>
              <a:defRPr sz="1200">
                <a:solidFill>
                  <a:srgbClr val="333333"/>
                </a:solidFill>
                <a:latin typeface="Arial"/>
              </a:defRPr>
            </a:pPr>
            <a:r>
              <a:t>tas / tasmax / tasmin — Temperature</a:t>
            </a:r>
          </a:p>
          <a:p>
            <a:pPr>
              <a:spcAft>
                <a:spcPts val="300"/>
              </a:spcAft>
              <a:defRPr sz="1200">
                <a:solidFill>
                  <a:srgbClr val="333333"/>
                </a:solidFill>
                <a:latin typeface="Arial"/>
              </a:defRPr>
            </a:pPr>
            <a:r>
              <a:t>pr — Precipitation</a:t>
            </a:r>
          </a:p>
          <a:p>
            <a:pPr>
              <a:spcAft>
                <a:spcPts val="300"/>
              </a:spcAft>
              <a:defRPr sz="1200">
                <a:solidFill>
                  <a:srgbClr val="333333"/>
                </a:solidFill>
                <a:latin typeface="Arial"/>
              </a:defRPr>
            </a:pPr>
            <a:r>
              <a:t>hurs / huss — Humidity</a:t>
            </a:r>
          </a:p>
          <a:p>
            <a:pPr>
              <a:spcAft>
                <a:spcPts val="300"/>
              </a:spcAft>
              <a:defRPr sz="1200">
                <a:solidFill>
                  <a:srgbClr val="333333"/>
                </a:solidFill>
                <a:latin typeface="Arial"/>
              </a:defRPr>
            </a:pPr>
            <a:r>
              <a:t>sfcWind — Surface wind speed</a:t>
            </a:r>
          </a:p>
          <a:p>
            <a:pPr>
              <a:spcAft>
                <a:spcPts val="300"/>
              </a:spcAft>
              <a:defRPr sz="1200">
                <a:solidFill>
                  <a:srgbClr val="333333"/>
                </a:solidFill>
                <a:latin typeface="Arial"/>
              </a:defRPr>
            </a:pPr>
            <a:r>
              <a:t>rsds / rlds — Radiation (SW &amp; LW)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RCMES-MCP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32+ Climate Analysis Tools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9" sz="quarter"/>
          </p:nvPr>
        </p:nvSpPr>
        <p:spPr/>
        <p:txBody>
          <a:bodyPr/>
          <a:lstStyle/>
          <a:p>
            <a:pPr>
              <a:spcAft>
                <a:spcPts val="600"/>
              </a:spcAft>
              <a:defRPr sz="1300">
                <a:solidFill>
                  <a:srgbClr val="333333"/>
                </a:solidFill>
                <a:latin typeface="Arial"/>
              </a:defRPr>
            </a:pPr>
            <a:r>
              <a:t>Data Access — Load climate data by model, variable, scenario; region/country selection; dataset listing</a:t>
            </a:r>
          </a:p>
          <a:p>
            <a:pPr>
              <a:spcAft>
                <a:spcPts val="600"/>
              </a:spcAft>
              <a:defRPr sz="1300">
                <a:solidFill>
                  <a:srgbClr val="333333"/>
                </a:solidFill>
                <a:latin typeface="Arial"/>
              </a:defRPr>
            </a:pPr>
            <a:r>
              <a:t>Processing — Temporal &amp; spatial subsetting, regridding, unit conversion, anomaly calculation, country masking</a:t>
            </a:r>
          </a:p>
          <a:p>
            <a:pPr>
              <a:spcAft>
                <a:spcPts val="600"/>
              </a:spcAft>
              <a:defRPr sz="1300">
                <a:solidFill>
                  <a:srgbClr val="333333"/>
                </a:solidFill>
                <a:latin typeface="Arial"/>
              </a:defRPr>
            </a:pPr>
            <a:r>
              <a:t>Statistical Analysis — Climatology, trend analysis with significance testing, bias, RMSE, correlation</a:t>
            </a:r>
          </a:p>
          <a:p>
            <a:pPr>
              <a:spcAft>
                <a:spcPts val="600"/>
              </a:spcAft>
              <a:defRPr sz="1300">
                <a:solidFill>
                  <a:srgbClr val="333333"/>
                </a:solidFill>
                <a:latin typeface="Arial"/>
              </a:defRPr>
            </a:pPr>
            <a:r>
              <a:t>Extreme Indices — 22 ETCCDI indices (temperature &amp; precipitation extremes), heatwave &amp; drought analysis</a:t>
            </a:r>
          </a:p>
          <a:p>
            <a:pPr>
              <a:spcAft>
                <a:spcPts val="600"/>
              </a:spcAft>
              <a:defRPr sz="1300">
                <a:solidFill>
                  <a:srgbClr val="333333"/>
                </a:solidFill>
                <a:latin typeface="Arial"/>
              </a:defRPr>
            </a:pPr>
            <a:r>
              <a:t>Model Evaluation — Multi-model comparison, Taylor diagrams, bias maps</a:t>
            </a:r>
          </a:p>
          <a:p>
            <a:pPr>
              <a:spcAft>
                <a:spcPts val="600"/>
              </a:spcAft>
              <a:defRPr sz="1300">
                <a:solidFill>
                  <a:srgbClr val="333333"/>
                </a:solidFill>
                <a:latin typeface="Arial"/>
              </a:defRPr>
            </a:pPr>
            <a:r>
              <a:t>Visualization — Spatial maps, time series, comparison plots, histograms, country-specific maps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RCMES-MCP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How It Works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9" sz="quarter"/>
          </p:nvPr>
        </p:nvSpPr>
        <p:spPr/>
        <p:txBody>
          <a:bodyPr/>
          <a:lstStyle/>
          <a:p>
            <a:pPr>
              <a:spcAft>
                <a:spcPts val="600"/>
              </a:spcAft>
              <a:defRPr sz="1300">
                <a:solidFill>
                  <a:srgbClr val="333333"/>
                </a:solidFill>
                <a:latin typeface="Arial"/>
              </a:defRPr>
            </a:pPr>
            <a:r>
              <a:t>User asks a climate question in natural language (e.g., "What is the heatwave trend in California?")</a:t>
            </a:r>
          </a:p>
          <a:p>
            <a:pPr>
              <a:spcAft>
                <a:spcPts val="600"/>
              </a:spcAft>
              <a:defRPr sz="1300">
                <a:solidFill>
                  <a:srgbClr val="333333"/>
                </a:solidFill>
                <a:latin typeface="Arial"/>
              </a:defRPr>
            </a:pPr>
            <a:r>
              <a:t>AI agent selects and chains appropriate tools via the MCP protocol</a:t>
            </a:r>
          </a:p>
          <a:p>
            <a:pPr>
              <a:spcAft>
                <a:spcPts val="600"/>
              </a:spcAft>
              <a:defRPr sz="1300">
                <a:solidFill>
                  <a:srgbClr val="333333"/>
                </a:solidFill>
                <a:latin typeface="Arial"/>
              </a:defRPr>
            </a:pPr>
            <a:r>
              <a:t>Tools access NEX-GDDP-CMIP6 data directly from AWS S3 — no downloads needed</a:t>
            </a:r>
          </a:p>
          <a:p>
            <a:pPr>
              <a:spcAft>
                <a:spcPts val="600"/>
              </a:spcAft>
              <a:defRPr sz="1300">
                <a:solidFill>
                  <a:srgbClr val="333333"/>
                </a:solidFill>
                <a:latin typeface="Arial"/>
              </a:defRPr>
            </a:pPr>
            <a:r>
              <a:t>Analysis engine (xarray, Dask, xclim, SciPy) processes the data</a:t>
            </a:r>
          </a:p>
          <a:p>
            <a:pPr>
              <a:spcAft>
                <a:spcPts val="600"/>
              </a:spcAft>
              <a:defRPr sz="1300">
                <a:solidFill>
                  <a:srgbClr val="333333"/>
                </a:solidFill>
                <a:latin typeface="Arial"/>
              </a:defRPr>
            </a:pPr>
            <a:r>
              <a:t>Results returned as statistics, maps, time series plots, or derived datasets</a:t>
            </a:r>
          </a:p>
          <a:p>
            <a:pPr>
              <a:spcAft>
                <a:spcPts val="600"/>
              </a:spcAft>
              <a:defRPr sz="1300">
                <a:solidFill>
                  <a:srgbClr val="333333"/>
                </a:solidFill>
                <a:latin typeface="Arial"/>
              </a:defRPr>
            </a:pPr>
            <a:r>
              <a:t>Chainable operations: each tool returns a dataset_id for multi-step workflows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70916" y="4160520"/>
            <a:ext cx="1508760" cy="411480"/>
          </a:xfrm>
          <a:prstGeom prst="roundRect">
            <a:avLst/>
          </a:prstGeom>
          <a:solidFill>
            <a:srgbClr val="007DB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  <a:latin typeface="Arial"/>
              </a:defRPr>
            </a:pPr>
            <a:r>
              <a:t>User / AI Agent</a:t>
            </a:r>
          </a:p>
        </p:txBody>
      </p:sp>
      <p:sp>
        <p:nvSpPr>
          <p:cNvPr id="6" name="Right Arrow 5"/>
          <p:cNvSpPr/>
          <p:nvPr/>
        </p:nvSpPr>
        <p:spPr>
          <a:xfrm>
            <a:off x="1989676" y="4293108"/>
            <a:ext cx="144592" cy="146304"/>
          </a:xfrm>
          <a:prstGeom prst="rightArrow">
            <a:avLst/>
          </a:prstGeom>
          <a:solidFill>
            <a:srgbClr val="999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144268" y="4160520"/>
            <a:ext cx="1508760" cy="411480"/>
          </a:xfrm>
          <a:prstGeom prst="roundRect">
            <a:avLst/>
          </a:prstGeom>
          <a:solidFill>
            <a:srgbClr val="0032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  <a:latin typeface="Arial"/>
              </a:defRPr>
            </a:pPr>
            <a:r>
              <a:t>MCP Server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663028" y="4293108"/>
            <a:ext cx="144592" cy="146304"/>
          </a:xfrm>
          <a:prstGeom prst="rightArrow">
            <a:avLst/>
          </a:prstGeom>
          <a:solidFill>
            <a:srgbClr val="999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817620" y="4160520"/>
            <a:ext cx="1508760" cy="411480"/>
          </a:xfrm>
          <a:prstGeom prst="roundRect">
            <a:avLst/>
          </a:prstGeom>
          <a:solidFill>
            <a:srgbClr val="2372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  <a:latin typeface="Arial"/>
              </a:defRPr>
            </a:pPr>
            <a:r>
              <a:t>AWS S3 Data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5336380" y="4293108"/>
            <a:ext cx="144592" cy="146304"/>
          </a:xfrm>
          <a:prstGeom prst="rightArrow">
            <a:avLst/>
          </a:prstGeom>
          <a:solidFill>
            <a:srgbClr val="999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490972" y="4160520"/>
            <a:ext cx="1508760" cy="411480"/>
          </a:xfrm>
          <a:prstGeom prst="round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  <a:latin typeface="Arial"/>
              </a:defRPr>
            </a:pPr>
            <a:r>
              <a:t>Analysis Engine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7009732" y="4293108"/>
            <a:ext cx="144592" cy="146304"/>
          </a:xfrm>
          <a:prstGeom prst="rightArrow">
            <a:avLst/>
          </a:prstGeom>
          <a:solidFill>
            <a:srgbClr val="999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164324" y="4160520"/>
            <a:ext cx="1508760" cy="411480"/>
          </a:xfrm>
          <a:prstGeom prst="round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  <a:latin typeface="Arial"/>
              </a:defRPr>
            </a:pPr>
            <a:r>
              <a:t>Results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RCMES-MCP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Example: Heatwave Trend Analysis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"What is the heatwave trend in California under the high-emissions scenario?"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9" sz="quarter"/>
          </p:nvPr>
        </p:nvSpPr>
        <p:spPr/>
        <p:txBody>
          <a:bodyPr/>
          <a:lstStyle/>
          <a:p>
            <a:pPr>
              <a:spcAft>
                <a:spcPts val="600"/>
              </a:spcAft>
              <a:defRPr sz="1300">
                <a:solidFill>
                  <a:srgbClr val="333333"/>
                </a:solidFill>
                <a:latin typeface="Arial"/>
              </a:defRPr>
            </a:pPr>
            <a:r>
              <a:t>1. AI loads data: load_climate_data(tasmax, ACCESS-CM2, ssp585, California, 2015–2100)</a:t>
            </a:r>
          </a:p>
          <a:p>
            <a:pPr>
              <a:spcAft>
                <a:spcPts val="600"/>
              </a:spcAft>
              <a:defRPr sz="1300">
                <a:solidFill>
                  <a:srgbClr val="333333"/>
                </a:solidFill>
                <a:latin typeface="Arial"/>
              </a:defRPr>
            </a:pPr>
            <a:r>
              <a:t>2. AI analyzes heatwaves: analyze_heatwaves(dataset_id, threshold_percentile=90)</a:t>
            </a:r>
          </a:p>
          <a:p>
            <a:pPr>
              <a:spcAft>
                <a:spcPts val="600"/>
              </a:spcAft>
              <a:defRPr sz="1300">
                <a:solidFill>
                  <a:srgbClr val="333333"/>
                </a:solidFill>
                <a:latin typeface="Arial"/>
              </a:defRPr>
            </a:pPr>
            <a:r>
              <a:t>3. AI computes trend: calculate_trend(heatwave_id) → significant warming trend with p-value</a:t>
            </a:r>
          </a:p>
          <a:p>
            <a:pPr>
              <a:spcAft>
                <a:spcPts val="600"/>
              </a:spcAft>
              <a:defRPr sz="1300">
                <a:solidFill>
                  <a:srgbClr val="333333"/>
                </a:solidFill>
                <a:latin typeface="Arial"/>
              </a:defRPr>
            </a:pPr>
            <a:r>
              <a:t>4. AI visualizes: generate_timeseries_plot(dataset_id, show_trend=True) → plot returned to user</a:t>
            </a:r>
          </a:p>
          <a:p>
            <a:pPr>
              <a:spcAft>
                <a:spcPts val="600"/>
              </a:spcAft>
              <a:defRPr sz="1300">
                <a:solidFill>
                  <a:srgbClr val="333333"/>
                </a:solidFill>
                <a:latin typeface="Arial"/>
              </a:defRPr>
            </a:pPr>
          </a:p>
          <a:p>
            <a:pPr>
              <a:spcAft>
                <a:spcPts val="600"/>
              </a:spcAft>
              <a:defRPr sz="1300" i="1">
                <a:solidFill>
                  <a:srgbClr val="007DBA"/>
                </a:solidFill>
                <a:latin typeface="Arial"/>
              </a:defRPr>
            </a:pPr>
            <a:r>
              <a:t>All steps executed automatically — the user only asks the question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RCMES-MCP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Current Status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5" name="Content Placeholder 4"/>
          <p:cNvSpPr>
            <a:spLocks noGrp="1"/>
          </p:cNvSpPr>
          <p:nvPr>
            <p:ph idx="19" sz="quarter"/>
          </p:nvPr>
        </p:nvSpPr>
        <p:spPr/>
        <p:txBody>
          <a:bodyPr/>
          <a:lstStyle/>
          <a:p>
            <a:pPr>
              <a:defRPr sz="1400" b="1">
                <a:solidFill>
                  <a:srgbClr val="00325B"/>
                </a:solidFill>
                <a:latin typeface="Arial"/>
              </a:defRPr>
            </a:pPr>
            <a:r>
              <a:t>Accomplishments</a:t>
            </a:r>
          </a:p>
          <a:p>
            <a:pPr>
              <a:spcAft>
                <a:spcPts val="3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32+ MCP tools: full climate analysis pipeline</a:t>
            </a:r>
          </a:p>
          <a:p>
            <a:pPr>
              <a:spcAft>
                <a:spcPts val="3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Operational 38 TB data access via AWS S3</a:t>
            </a:r>
          </a:p>
          <a:p>
            <a:pPr>
              <a:spcAft>
                <a:spcPts val="3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22 ETCCDI extreme climate indices</a:t>
            </a:r>
          </a:p>
          <a:p>
            <a:pPr>
              <a:spcAft>
                <a:spcPts val="3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Interactive web UI (React + FastAPI)</a:t>
            </a:r>
          </a:p>
          <a:p>
            <a:pPr>
              <a:spcAft>
                <a:spcPts val="3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Multiple deployment modes (MCP, Web, API, Docker)</a:t>
            </a:r>
          </a:p>
          <a:p>
            <a:pPr>
              <a:spcAft>
                <a:spcPts val="3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Session management with chainable operations</a:t>
            </a:r>
          </a:p>
          <a:p>
            <a:pPr>
              <a:spcAft>
                <a:spcPts val="3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Country-level masking &amp; geographic selection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20" sz="quarter"/>
          </p:nvPr>
        </p:nvSpPr>
        <p:spPr/>
        <p:txBody>
          <a:bodyPr/>
          <a:lstStyle/>
          <a:p>
            <a:pPr>
              <a:defRPr sz="1400" b="1">
                <a:solidFill>
                  <a:srgbClr val="00325B"/>
                </a:solidFill>
                <a:latin typeface="Arial"/>
              </a:defRPr>
            </a:pPr>
            <a:r>
              <a:t>Technology Stack</a:t>
            </a:r>
          </a:p>
          <a:p>
            <a:pPr>
              <a:spcAft>
                <a:spcPts val="300"/>
              </a:spcAft>
            </a:pPr>
            <a:r>
              <a:rPr sz="1100" b="1">
                <a:solidFill>
                  <a:srgbClr val="007DBA"/>
                </a:solidFill>
                <a:latin typeface="Arial"/>
              </a:rPr>
              <a:t>Core: </a:t>
            </a:r>
            <a:r>
              <a:rPr sz="1100">
                <a:solidFill>
                  <a:srgbClr val="333333"/>
                </a:solidFill>
                <a:latin typeface="Arial"/>
              </a:rPr>
              <a:t>Python 3.10+, xarray, Dask, zarr</a:t>
            </a:r>
          </a:p>
          <a:p>
            <a:pPr>
              <a:spcAft>
                <a:spcPts val="300"/>
              </a:spcAft>
            </a:pPr>
            <a:r>
              <a:rPr sz="1100" b="1">
                <a:solidFill>
                  <a:srgbClr val="007DBA"/>
                </a:solidFill>
                <a:latin typeface="Arial"/>
              </a:rPr>
              <a:t>Climate: </a:t>
            </a:r>
            <a:r>
              <a:rPr sz="1100">
                <a:solidFill>
                  <a:srgbClr val="333333"/>
                </a:solidFill>
                <a:latin typeface="Arial"/>
              </a:rPr>
              <a:t>xclim, SciPy, NetCDF4</a:t>
            </a:r>
          </a:p>
          <a:p>
            <a:pPr>
              <a:spcAft>
                <a:spcPts val="300"/>
              </a:spcAft>
            </a:pPr>
            <a:r>
              <a:rPr sz="1100" b="1">
                <a:solidFill>
                  <a:srgbClr val="007DBA"/>
                </a:solidFill>
                <a:latin typeface="Arial"/>
              </a:rPr>
              <a:t>Geospatial: </a:t>
            </a:r>
            <a:r>
              <a:rPr sz="1100">
                <a:solidFill>
                  <a:srgbClr val="333333"/>
                </a:solidFill>
                <a:latin typeface="Arial"/>
              </a:rPr>
              <a:t>Shapely, GeoPandas, Cartopy</a:t>
            </a:r>
          </a:p>
          <a:p>
            <a:pPr>
              <a:spcAft>
                <a:spcPts val="300"/>
              </a:spcAft>
            </a:pPr>
            <a:r>
              <a:rPr sz="1100" b="1">
                <a:solidFill>
                  <a:srgbClr val="007DBA"/>
                </a:solidFill>
                <a:latin typeface="Arial"/>
              </a:rPr>
              <a:t>Server: </a:t>
            </a:r>
            <a:r>
              <a:rPr sz="1100">
                <a:solidFill>
                  <a:srgbClr val="333333"/>
                </a:solidFill>
                <a:latin typeface="Arial"/>
              </a:rPr>
              <a:t>FastMCP, FastAPI, Uvicorn</a:t>
            </a:r>
          </a:p>
          <a:p>
            <a:pPr>
              <a:spcAft>
                <a:spcPts val="300"/>
              </a:spcAft>
            </a:pPr>
            <a:r>
              <a:rPr sz="1100" b="1">
                <a:solidFill>
                  <a:srgbClr val="007DBA"/>
                </a:solidFill>
                <a:latin typeface="Arial"/>
              </a:rPr>
              <a:t>Frontend: </a:t>
            </a:r>
            <a:r>
              <a:rPr sz="1100">
                <a:solidFill>
                  <a:srgbClr val="333333"/>
                </a:solidFill>
                <a:latin typeface="Arial"/>
              </a:rPr>
              <a:t>React, TypeScript</a:t>
            </a:r>
          </a:p>
          <a:p>
            <a:pPr>
              <a:spcAft>
                <a:spcPts val="300"/>
              </a:spcAft>
            </a:pPr>
            <a:r>
              <a:rPr sz="1100" b="1">
                <a:solidFill>
                  <a:srgbClr val="007DBA"/>
                </a:solidFill>
                <a:latin typeface="Arial"/>
              </a:rPr>
              <a:t>Data: </a:t>
            </a:r>
            <a:r>
              <a:rPr sz="1100">
                <a:solidFill>
                  <a:srgbClr val="333333"/>
                </a:solidFill>
                <a:latin typeface="Arial"/>
              </a:rPr>
              <a:t>AWS S3, NEX-GDDP-CMIP6</a:t>
            </a:r>
          </a:p>
          <a:p>
            <a:pPr>
              <a:spcAft>
                <a:spcPts val="300"/>
              </a:spcAft>
            </a:pPr>
            <a:r>
              <a:rPr sz="1100" b="1">
                <a:solidFill>
                  <a:srgbClr val="007DBA"/>
                </a:solidFill>
                <a:latin typeface="Arial"/>
              </a:rPr>
              <a:t>AI: </a:t>
            </a:r>
            <a:r>
              <a:rPr sz="1100">
                <a:solidFill>
                  <a:srgbClr val="333333"/>
                </a:solidFill>
                <a:latin typeface="Arial"/>
              </a:rPr>
              <a:t>MCP Protocol, Azure OpenAI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RCMES-MCP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Path Forward &amp; Continued Support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5" name="Content Placeholder 4"/>
          <p:cNvSpPr>
            <a:spLocks noGrp="1"/>
          </p:cNvSpPr>
          <p:nvPr>
            <p:ph idx="19" sz="quarter"/>
          </p:nvPr>
        </p:nvSpPr>
        <p:spPr/>
        <p:txBody>
          <a:bodyPr/>
          <a:lstStyle/>
          <a:p>
            <a:pPr>
              <a:defRPr sz="1400" b="1">
                <a:solidFill>
                  <a:srgbClr val="00325B"/>
                </a:solidFill>
                <a:latin typeface="Arial"/>
              </a:defRPr>
            </a:pPr>
            <a:r>
              <a:t>Growth Opportunities</a:t>
            </a:r>
          </a:p>
          <a:p>
            <a:pPr>
              <a:spcAft>
                <a:spcPts val="3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Expand to additional NASA datasets (MERRA-2, ECCO, GLDAS)</a:t>
            </a:r>
          </a:p>
          <a:p>
            <a:pPr>
              <a:spcAft>
                <a:spcPts val="3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Model evaluation with observational datasets</a:t>
            </a:r>
          </a:p>
          <a:p>
            <a:pPr>
              <a:spcAft>
                <a:spcPts val="3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NASA Earthdata integration for authenticated access</a:t>
            </a:r>
          </a:p>
          <a:p>
            <a:pPr>
              <a:spcAft>
                <a:spcPts val="3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Multi-model ensemble analysis &amp; weighting</a:t>
            </a:r>
          </a:p>
          <a:p>
            <a:pPr>
              <a:spcAft>
                <a:spcPts val="3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Community tool for broader climate science use</a:t>
            </a:r>
          </a:p>
          <a:p>
            <a:pPr>
              <a:spcAft>
                <a:spcPts val="3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Reproducible climate assessments for policy support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20" sz="quarter"/>
          </p:nvPr>
        </p:nvSpPr>
        <p:spPr/>
        <p:txBody>
          <a:bodyPr/>
          <a:lstStyle/>
          <a:p>
            <a:pPr>
              <a:defRPr sz="1400" b="1">
                <a:solidFill>
                  <a:srgbClr val="00325B"/>
                </a:solidFill>
                <a:latin typeface="Arial"/>
              </a:defRPr>
            </a:pPr>
            <a:r>
              <a:t>What Continued Support Enables</a:t>
            </a:r>
          </a:p>
          <a:p>
            <a:pPr>
              <a:spcAft>
                <a:spcPts val="3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Democratize access to NASA climate data for non-experts</a:t>
            </a:r>
          </a:p>
          <a:p>
            <a:pPr>
              <a:spcAft>
                <a:spcPts val="3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Accelerate climate research by removing data engineering bottlenecks</a:t>
            </a:r>
          </a:p>
          <a:p>
            <a:pPr>
              <a:spcAft>
                <a:spcPts val="3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Enable rapid AI-assisted climate impact assessments</a:t>
            </a:r>
          </a:p>
          <a:p>
            <a:pPr>
              <a:spcAft>
                <a:spcPts val="3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Lower the barrier to entry across disciplines</a:t>
            </a:r>
          </a:p>
          <a:p>
            <a:pPr>
              <a:spcAft>
                <a:spcPts val="3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Position NASA JPL at the forefront of AI-enabled science</a:t>
            </a:r>
          </a:p>
          <a:p>
            <a:pPr>
              <a:spcAft>
                <a:spcPts val="3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Support decision-makers with actionable climate intelligence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RCMES-MCP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Development Roadmap: Years 2-3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Next Steps for Expanding Capability, Community, and Impact (2027-2028)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9" sz="quarter"/>
          </p:nvPr>
        </p:nvSpPr>
        <p:spPr/>
        <p:txBody>
          <a:bodyPr/>
          <a:lstStyle/>
          <a:p>
            <a:r>
              <a:rPr b="1"/>
              <a:t>Year 2 (FY2027)</a:t>
            </a:r>
          </a:p>
          <a:p>
            <a:pPr/>
            <a:r>
              <a:t>Integrate MERRA-2, ECCO &amp; GLDAS observational datasets</a:t>
            </a:r>
          </a:p>
          <a:p>
            <a:pPr/>
            <a:r>
              <a:t>Model evaluation framework: obs vs. CMIP6 bias/skill scoring</a:t>
            </a:r>
          </a:p>
          <a:p>
            <a:pPr/>
            <a:r>
              <a:t>Multi-model ensemble analysis with model weighting</a:t>
            </a:r>
          </a:p>
          <a:p>
            <a:pPr/>
            <a:r>
              <a:t>NASA Earthdata authentication &amp; access integration</a:t>
            </a:r>
          </a:p>
          <a:p>
            <a:pPr/>
            <a:r>
              <a:t>Automated reproducible report generation (PDF/HTML)</a:t>
            </a:r>
          </a:p>
          <a:p>
            <a:pPr/>
            <a:r>
              <a:t>Agent-to-Agent (A2A) protocol support for multi-agent workflows</a:t>
            </a:r>
          </a:p>
          <a:p>
            <a:pPr/>
            <a:r>
              <a:t>Performance optimization: Dask distributed scheduling at scale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20" sz="quarter"/>
          </p:nvPr>
        </p:nvSpPr>
        <p:spPr/>
        <p:txBody>
          <a:bodyPr/>
          <a:lstStyle/>
          <a:p>
            <a:r>
              <a:rPr b="1"/>
              <a:t>Year 3 (FY2028)</a:t>
            </a:r>
          </a:p>
          <a:p>
            <a:pPr/>
            <a:r>
              <a:t>Expand to full CMIP7 dataset support when available</a:t>
            </a:r>
          </a:p>
          <a:p>
            <a:pPr/>
            <a:r>
              <a:t>Community plugin architecture for user-contributed tools</a:t>
            </a:r>
          </a:p>
          <a:p>
            <a:pPr/>
            <a:r>
              <a:t>Uncertainty quantification &amp; confidence intervals in all outputs</a:t>
            </a:r>
          </a:p>
          <a:p>
            <a:pPr/>
            <a:r>
              <a:t>Regional downscaling pipelines (LOCA2, STAR-ESDM)</a:t>
            </a:r>
          </a:p>
          <a:p>
            <a:pPr/>
            <a:r>
              <a:t>Policy-ready climate risk assessment workflows</a:t>
            </a:r>
          </a:p>
          <a:p>
            <a:pPr/>
            <a:r>
              <a:t>Integration with Jupyter/CoPilot ecosystems</a:t>
            </a:r>
          </a:p>
          <a:p>
            <a:pPr/>
            <a:r>
              <a:t>Multi-language support for global accessibility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MPROD_UIDATA" val="&lt;database version=&quot;11.0&quot;&gt;&lt;object type=&quot;1&quot; unique_id=&quot;10001&quot;&gt;&lt;object type=&quot;2&quot; unique_id=&quot;10522&quot;&gt;&lt;object type=&quot;3&quot; unique_id=&quot;10523&quot;&gt;&lt;property id=&quot;20148&quot; value=&quot;5&quot;/&gt;&lt;property id=&quot;20300&quot; value=&quot;Slide 1&quot;/&gt;&lt;property id=&quot;20307&quot; value=&quot;277&quot;/&gt;&lt;/object&gt;&lt;object type=&quot;3&quot; unique_id=&quot;10524&quot;&gt;&lt;property id=&quot;20148&quot; value=&quot;5&quot;/&gt;&lt;property id=&quot;20300&quot; value=&quot;Slide 2&quot;/&gt;&lt;property id=&quot;20307&quot; value=&quot;281&quot;/&gt;&lt;/object&gt;&lt;object type=&quot;3&quot; unique_id=&quot;10525&quot;&gt;&lt;property id=&quot;20148&quot; value=&quot;5&quot;/&gt;&lt;property id=&quot;20300&quot; value=&quot;Slide 3&quot;/&gt;&lt;property id=&quot;20307&quot; value=&quot;280&quot;/&gt;&lt;/object&gt;&lt;object type=&quot;3&quot; unique_id=&quot;10526&quot;&gt;&lt;property id=&quot;20148&quot; value=&quot;5&quot;/&gt;&lt;property id=&quot;20300&quot; value=&quot;Slide 4&quot;/&gt;&lt;property id=&quot;20307&quot; value=&quot;278&quot;/&gt;&lt;/object&gt;&lt;/object&gt;&lt;object type=&quot;8&quot; unique_id=&quot;10532&quot;&gt;&lt;/object&gt;&lt;/object&gt;&lt;/database&gt;"/>
  <p:tag name="MMPROD_NEXTUNIQUEID" val="10010"/>
  <p:tag name="SECTOMILLISECCONVERTED" val="1"/>
</p:tagLst>
</file>

<file path=ppt/theme/theme1.xml><?xml version="1.0" encoding="utf-8"?>
<a:theme xmlns:a="http://schemas.openxmlformats.org/drawingml/2006/main" name="NASAjpl-WhiteTheme-16x9-vA6">
  <a:themeElements>
    <a:clrScheme name="NASA-JPL - Jan 2017">
      <a:dk1>
        <a:sysClr val="windowText" lastClr="000000"/>
      </a:dk1>
      <a:lt1>
        <a:sysClr val="window" lastClr="FFFFFF"/>
      </a:lt1>
      <a:dk2>
        <a:srgbClr val="5D5D60"/>
      </a:dk2>
      <a:lt2>
        <a:srgbClr val="E4E9EF"/>
      </a:lt2>
      <a:accent1>
        <a:srgbClr val="6083AA"/>
      </a:accent1>
      <a:accent2>
        <a:srgbClr val="94A8C2"/>
      </a:accent2>
      <a:accent3>
        <a:srgbClr val="0B3D91"/>
      </a:accent3>
      <a:accent4>
        <a:srgbClr val="E31937"/>
      </a:accent4>
      <a:accent5>
        <a:srgbClr val="F2A900"/>
      </a:accent5>
      <a:accent6>
        <a:srgbClr val="A4B34C"/>
      </a:accent6>
      <a:hlink>
        <a:srgbClr val="0E7EE0"/>
      </a:hlink>
      <a:folHlink>
        <a:srgbClr val="0E7EE0"/>
      </a:folHlink>
    </a:clrScheme>
    <a:fontScheme name="Office Classic 2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bg2"/>
        </a:solidFill>
        <a:ln>
          <a:noFill/>
        </a:ln>
        <a:effectLst/>
      </a:spPr>
      <a:bodyPr rtlCol="0" anchor="ctr">
        <a:noAutofit/>
      </a:bodyPr>
      <a:lstStyle>
        <a:defPPr algn="ctr">
          <a:defRPr/>
        </a:defPPr>
      </a:lstStyle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>
        <a:ln w="12700" cmpd="sng">
          <a:solidFill>
            <a:schemeClr val="bg1">
              <a:lumMod val="65000"/>
            </a:schemeClr>
          </a:solidFill>
          <a:tailEnd type="arrow"/>
        </a:ln>
        <a:effectLst/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NASAjpl-BlackTheme-16x9-vA6">
  <a:themeElements>
    <a:clrScheme name="NASA-JPL - Jan 2017">
      <a:dk1>
        <a:sysClr val="windowText" lastClr="000000"/>
      </a:dk1>
      <a:lt1>
        <a:sysClr val="window" lastClr="FFFFFF"/>
      </a:lt1>
      <a:dk2>
        <a:srgbClr val="5D5D60"/>
      </a:dk2>
      <a:lt2>
        <a:srgbClr val="E4E9EF"/>
      </a:lt2>
      <a:accent1>
        <a:srgbClr val="6083AA"/>
      </a:accent1>
      <a:accent2>
        <a:srgbClr val="94A8C2"/>
      </a:accent2>
      <a:accent3>
        <a:srgbClr val="0B3D91"/>
      </a:accent3>
      <a:accent4>
        <a:srgbClr val="E31937"/>
      </a:accent4>
      <a:accent5>
        <a:srgbClr val="F2A900"/>
      </a:accent5>
      <a:accent6>
        <a:srgbClr val="A4B34C"/>
      </a:accent6>
      <a:hlink>
        <a:srgbClr val="0E7EE0"/>
      </a:hlink>
      <a:folHlink>
        <a:srgbClr val="0E7EE0"/>
      </a:folHlink>
    </a:clrScheme>
    <a:fontScheme name="Office Classic 2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tx2">
            <a:lumMod val="50000"/>
          </a:schemeClr>
        </a:solidFill>
        <a:ln>
          <a:noFill/>
        </a:ln>
        <a:effectLst/>
      </a:spPr>
      <a:bodyPr rtlCol="0" anchor="ctr">
        <a:noAutofit/>
      </a:bodyPr>
      <a:lstStyle>
        <a:defPPr algn="ctr">
          <a:defRPr/>
        </a:defPPr>
      </a:lstStyle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>
        <a:ln w="12700" cmpd="sng">
          <a:solidFill>
            <a:schemeClr val="tx2"/>
          </a:solidFill>
          <a:headEnd type="arrow"/>
          <a:tailEnd type="arrow"/>
        </a:ln>
        <a:effectLst/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rtlCol="0">
        <a:spAutoFit/>
      </a:bodyPr>
      <a:lstStyle>
        <a:defPPr>
          <a:defRPr dirty="0" err="1" smtClean="0">
            <a:solidFill>
              <a:schemeClr val="bg1"/>
            </a:solidFill>
          </a:defRPr>
        </a:defPPr>
      </a:lstStyle>
    </a:tx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13125</TotalTime>
  <Words>417</Words>
  <Application>Microsoft Macintosh PowerPoint</Application>
  <PresentationFormat>On-screen Show (16:9)</PresentationFormat>
  <Paragraphs>42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7</vt:i4>
      </vt:variant>
    </vt:vector>
  </HeadingPairs>
  <TitlesOfParts>
    <vt:vector size="13" baseType="lpstr">
      <vt:lpstr>Aptos</vt:lpstr>
      <vt:lpstr>Aptos Display</vt:lpstr>
      <vt:lpstr>Arial</vt:lpstr>
      <vt:lpstr>NASAjpl-WhiteTheme-16x9-vA6</vt:lpstr>
      <vt:lpstr>NASAjpl-BlackTheme-16x9-vA6</vt:lpstr>
      <vt:lpstr>Office Theme</vt:lpstr>
      <vt:lpstr>PowerPoint Presentation</vt:lpstr>
      <vt:lpstr>PowerPoint Presentation</vt:lpstr>
      <vt:lpstr>PowerPoint Presentation</vt:lpstr>
      <vt:lpstr>PowerPoint Presentation</vt:lpstr>
      <vt:lpstr>Science Model Dashboard Comprehensive Research Impact Assessment Across Earth Science Models</vt:lpstr>
      <vt:lpstr>Science Model Dashboard</vt:lpstr>
      <vt:lpstr>LLM-Powered Citation Analysis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Carolyn M Stolze</dc:creator>
  <cp:lastModifiedBy>Kyongsik Yun</cp:lastModifiedBy>
  <cp:revision>126</cp:revision>
  <dcterms:created xsi:type="dcterms:W3CDTF">2016-09-08T21:41:17Z</dcterms:created>
  <dcterms:modified xsi:type="dcterms:W3CDTF">2025-09-01T23:27:43Z</dcterms:modified>
</cp:coreProperties>
</file>